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869" y="4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2B2B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2B2B2B"/>
                </a:solidFill>
                <a:latin typeface="Arial"/>
              </a:rPr>
              <a:t>High-Volume Tables (Orders &amp; Order_Items)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 Count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Orders</c:v>
                </c:pt>
                <c:pt idx="1">
                  <c:v>Order_Items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5500</c:v>
                </c:pt>
                <c:pt idx="1">
                  <c:v>16400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7F-465D-8998-A04D4CB38E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3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500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F9E795">
              <a:alpha val="12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RushMore Pizzeria's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Database System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fragile orders.json file to a cloud-native, analytics-ready PostgreSQL platform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 •  Cloud Deployment  •  Database Programming  • 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orders.json Can't Keep 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RushMore grew to multiple locations, the simple JSON file system became a business bottleneck.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at scale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3317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Reading/writing one flat file gets slower as order history grows.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626364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78040" y="19202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concurrency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78040" y="23317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cashiers can't safely write to the same file at once.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36576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analytics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690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to query 'top customers' or 'busiest hour' from raw JSON.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70332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6263640" y="3703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178040" y="36576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corruption risk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78040" y="40690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crash mid-write can silently corrupt the entire order history.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1394460" y="178308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13944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4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057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normalized (3NF) relational schema for stores, customers, menu, and orders.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4274820" y="178308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427482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40" dirty="0"/>
          </a:p>
        </p:txBody>
      </p:sp>
      <p:sp>
        <p:nvSpPr>
          <p:cNvPr id="11" name="Text 9"/>
          <p:cNvSpPr/>
          <p:nvPr/>
        </p:nvSpPr>
        <p:spPr>
          <a:xfrm>
            <a:off x="3520440" y="2697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3200400"/>
            <a:ext cx="2057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 managed PostgreSQL instance on Azure and connect via pgAdmin.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7155180" y="178308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715518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40" dirty="0"/>
          </a:p>
        </p:txBody>
      </p:sp>
      <p:sp>
        <p:nvSpPr>
          <p:cNvPr id="16" name="Text 14"/>
          <p:cNvSpPr/>
          <p:nvPr/>
        </p:nvSpPr>
        <p:spPr>
          <a:xfrm>
            <a:off x="6400800" y="2697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3200400"/>
            <a:ext cx="2057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10,000+ rows of realistic, masked data with Python + Faker.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98280" y="14630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10035540" y="178308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100355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40" dirty="0"/>
          </a:p>
        </p:txBody>
      </p:sp>
      <p:sp>
        <p:nvSpPr>
          <p:cNvPr id="21" name="Text 19"/>
          <p:cNvSpPr/>
          <p:nvPr/>
        </p:nvSpPr>
        <p:spPr>
          <a:xfrm>
            <a:off x="9281160" y="2697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72600" y="3200400"/>
            <a:ext cx="2057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5 core business questions with SQL and a connected BI tool.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2F3C7E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48640" y="25420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populate.py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Faker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psycopg2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0" y="23774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96167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3657600" y="25420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PostgreSQL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0" y="29718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Server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rushmore_db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0" y="128016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2F3C7E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6949440" y="1444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pgAdmin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49440" y="1874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deploy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row-count QA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36576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2F3C7E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949440" y="38221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9440" y="4251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63240" y="2926080"/>
            <a:ext cx="548640" cy="274320"/>
          </a:xfrm>
          <a:prstGeom prst="rightArrow">
            <a:avLst/>
          </a:prstGeom>
          <a:solidFill>
            <a:srgbClr val="6B6B6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6355080" y="1783080"/>
            <a:ext cx="548640" cy="274320"/>
          </a:xfrm>
          <a:prstGeom prst="rightArrow">
            <a:avLst/>
          </a:prstGeom>
          <a:solidFill>
            <a:srgbClr val="6B6B6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6355080" y="3977640"/>
            <a:ext cx="548640" cy="274320"/>
          </a:xfrm>
          <a:prstGeom prst="rightArrow">
            <a:avLst/>
          </a:prstGeom>
          <a:solidFill>
            <a:srgbClr val="6B6B6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Postgres instance in the cloud acts as the single source of truth for the seeding script, schema tooling, and every downstream analytics client.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 — 7 Normalized Tables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4033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621792" y="1536192"/>
            <a:ext cx="320040" cy="73152"/>
          </a:xfrm>
          <a:prstGeom prst="roundRect">
            <a:avLst>
              <a:gd name="adj" fmla="val 25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21792" y="1682496"/>
            <a:ext cx="2311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1792" y="2121408"/>
            <a:ext cx="23111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pizzeria locations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26130" y="1371600"/>
            <a:ext cx="264033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3490722" y="1536192"/>
            <a:ext cx="320040" cy="73152"/>
          </a:xfrm>
          <a:prstGeom prst="roundRect">
            <a:avLst>
              <a:gd name="adj" fmla="val 25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3490722" y="1682496"/>
            <a:ext cx="2311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90722" y="2121408"/>
            <a:ext cx="23111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for registered customers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371600"/>
            <a:ext cx="264033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6359652" y="1536192"/>
            <a:ext cx="320040" cy="73152"/>
          </a:xfrm>
          <a:prstGeom prst="roundRect">
            <a:avLst>
              <a:gd name="adj" fmla="val 25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359652" y="1682496"/>
            <a:ext cx="2311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Ingredients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59652" y="2121408"/>
            <a:ext cx="23111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raw-ingredient stock list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63990" y="1371600"/>
            <a:ext cx="264033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9228582" y="1536192"/>
            <a:ext cx="320040" cy="73152"/>
          </a:xfrm>
          <a:prstGeom prst="roundRect">
            <a:avLst>
              <a:gd name="adj" fmla="val 25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9228582" y="1682496"/>
            <a:ext cx="2311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Menu_Items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228582" y="2121408"/>
            <a:ext cx="23111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(+ price)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264033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621792" y="3227832"/>
            <a:ext cx="320040" cy="73152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621792" y="3374136"/>
            <a:ext cx="2311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Menu_Item_Ingredients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1792" y="3813048"/>
            <a:ext cx="23111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Junction: recipe per item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26130" y="3063240"/>
            <a:ext cx="264033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3490722" y="3227832"/>
            <a:ext cx="320040" cy="73152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3490722" y="3374136"/>
            <a:ext cx="2311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490722" y="3813048"/>
            <a:ext cx="23111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transaction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95060" y="3063240"/>
            <a:ext cx="264033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6359652" y="3227832"/>
            <a:ext cx="320040" cy="73152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6359652" y="3374136"/>
            <a:ext cx="2311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Order_Items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359652" y="3813048"/>
            <a:ext cx="23111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order line item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mark = core spec table   •   Coral mark = added to complete the model (see next slide)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 Beyond the Spec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brief's 5 tables couldn't support analytics on their own — three additions closed the gaps.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09728" cy="1234440"/>
          </a:xfrm>
          <a:prstGeom prst="round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Menu_Items.price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931920" y="205740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totals and line items need a price source; without it, revenue can't be calculated at all.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109728" cy="1234440"/>
          </a:xfrm>
          <a:prstGeom prst="round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777240" y="34747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Menu_Item_Ingredients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347472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junction table for the many-to-many between recipes and ingredients — required for proper 3NF.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75488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109728" cy="1234440"/>
          </a:xfrm>
          <a:prstGeom prst="round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777240" y="48920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Order_Items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489204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by volume targets ('~15,000+ items') but never defined; models one order's line items.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Deployment — Azure Flexible Server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581912" y="2743200"/>
            <a:ext cx="8997696" cy="0"/>
          </a:xfrm>
          <a:prstGeom prst="line">
            <a:avLst/>
          </a:prstGeom>
          <a:noFill/>
          <a:ln w="38100">
            <a:solidFill>
              <a:srgbClr val="D8D5C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1261872" y="242316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1261872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6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resource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→ Azure Database for PostgreSQL Flexible Server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11296" y="242316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3511296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60" dirty="0"/>
          </a:p>
        </p:txBody>
      </p:sp>
      <p:sp>
        <p:nvSpPr>
          <p:cNvPr id="10" name="Text 8"/>
          <p:cNvSpPr/>
          <p:nvPr/>
        </p:nvSpPr>
        <p:spPr>
          <a:xfrm>
            <a:off x="2798064" y="324612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Basics &amp; auth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98064" y="3703320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name, region, admin username/password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0" y="242316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57607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60" dirty="0"/>
          </a:p>
        </p:txBody>
      </p:sp>
      <p:sp>
        <p:nvSpPr>
          <p:cNvPr id="14" name="Text 12"/>
          <p:cNvSpPr/>
          <p:nvPr/>
        </p:nvSpPr>
        <p:spPr>
          <a:xfrm>
            <a:off x="5047488" y="324612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47488" y="3703320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access + firewall rule for current IP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10144" y="242316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8010144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60" dirty="0"/>
          </a:p>
        </p:txBody>
      </p:sp>
      <p:sp>
        <p:nvSpPr>
          <p:cNvPr id="18" name="Text 16"/>
          <p:cNvSpPr/>
          <p:nvPr/>
        </p:nvSpPr>
        <p:spPr>
          <a:xfrm>
            <a:off x="7296912" y="324612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database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96912" y="3703320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rushmore_db created inside the server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259568" y="24231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10259568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60" dirty="0"/>
          </a:p>
        </p:txBody>
      </p:sp>
      <p:sp>
        <p:nvSpPr>
          <p:cNvPr id="22" name="Text 20"/>
          <p:cNvSpPr/>
          <p:nvPr/>
        </p:nvSpPr>
        <p:spPr>
          <a:xfrm>
            <a:off x="9546336" y="324612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46336" y="3703320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pgAdmin, SSL mode = Require, port 5432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Population Engine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Faker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generates realistic PII (names, emails, phones, addresses) that </a:t>
            </a: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real customer data would look like — no real customer is ever touched.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execute_values()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66160" y="205740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thousands of rows into one round trip instead of row-by-row inserts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 id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31089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auto-generated IDs so child tables can reference the right parent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85800" y="41605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order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416052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→ Ingredients → Menu_Items → Customers, then Orders, then Order_Items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521208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85800" y="52120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snapshot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521208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Order_Items.unit_price is copied from the menu at order time, not looked up live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Verified Row Counts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with SELECT COUNT(*) in pgAdmin — not the misleading 'last 100 rows' grid view.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3337560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2468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217920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468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9828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9098280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98280" y="2468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Items</a:t>
            </a:r>
            <a:endParaRPr lang="en-US" sz="12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457200" y="3383280"/>
          <a:ext cx="112471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— Cloud Setup &amp; Connectivity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658368" y="1655064"/>
            <a:ext cx="438912" cy="43891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58368" y="1655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44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region chosen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801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server was deployed in a region far from me, adding real latency. Fixed by redeploying in a region close to home.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658368" y="2889504"/>
            <a:ext cx="438912" cy="43891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658368" y="2889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280160" y="26517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authentication failed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30358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trailing space in the .env password, invisible until printed with repr(). Fixed by stripping and re-verifying the credential.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4123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44" dirty="0"/>
          </a:p>
        </p:txBody>
      </p:sp>
      <p:sp>
        <p:nvSpPr>
          <p:cNvPr id="18" name="Shape 16"/>
          <p:cNvSpPr/>
          <p:nvPr/>
        </p:nvSpPr>
        <p:spPr>
          <a:xfrm>
            <a:off x="457200" y="4187952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658368" y="4581442"/>
            <a:ext cx="438912" cy="43891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658368" y="5358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234440" y="433425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 "stores" does not exist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7731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populate.py ran before schema.sql was deployed. Fixed by running the schema first and verifying it in information_schema.tables.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— Runtime &amp; Tooling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658368" y="1655064"/>
            <a:ext cx="438912" cy="438912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58368" y="1655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344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key on re-run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801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 partial run left old rows behind. Fixed with TRUNCATE ... RESTART IDENTITY CASCADE before re-running.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658368" y="2889504"/>
            <a:ext cx="438912" cy="438912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658368" y="2889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280160" y="26517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 kernel TypeError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30358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edited function stayed outdated in the notebook's memory. Fixed by switching from .ipynb to a plain .py script.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658368" y="4123944"/>
            <a:ext cx="438912" cy="438912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658368" y="4123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280160" y="3886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count looked short (1,101 vs. 1,200)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2702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pgAdmin's "last rows" grid isn't a total-count view. Fixed by confirming the true total with SELECT COUNT(*).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502920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658368" y="5358384"/>
            <a:ext cx="438912" cy="438912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658368" y="5358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280160" y="5120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PowerShell "term not recognized"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550468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.py files need an interpreter prefix and the correct folder. Fixed with python populate.py after cd-ing into the project folder.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— 5 Business Questions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1188720" y="13258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revenue per store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8" name="Text 6"/>
          <p:cNvSpPr/>
          <p:nvPr/>
        </p:nvSpPr>
        <p:spPr>
          <a:xfrm>
            <a:off x="1188720" y="21945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most valuable customers by total spending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1188720" y="30632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menu item by quantity sold, across all stores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572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1188720" y="39319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84632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1188720" y="48006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hours of the day for orders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114800" cy="4114800"/>
          </a:xfrm>
          <a:prstGeom prst="ellipse">
            <a:avLst/>
          </a:prstGeom>
          <a:solidFill>
            <a:srgbClr val="F96167">
              <a:alpha val="12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9728" cy="822960"/>
          </a:xfrm>
          <a:prstGeom prst="round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1143000" y="18745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tables on paper isn't enough — actually trying to answer real questions with the data shows you what's missing.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971800"/>
            <a:ext cx="109728" cy="822960"/>
          </a:xfrm>
          <a:prstGeom prst="round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1143000" y="29260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"connection failed" errors aren't really about your code. They're usually a typo in the password, a missing security setting, or the wrong database.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023360"/>
            <a:ext cx="109728" cy="822960"/>
          </a:xfrm>
          <a:prstGeom prst="round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1143000" y="39776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are great for testing things step by step, but they can quietly hold onto old code. If something breaks for no reason, restart it and run everything fresh.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5074920"/>
            <a:ext cx="109728" cy="822960"/>
          </a:xfrm>
          <a:prstGeom prst="round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1143000" y="50292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trust what you see on screen at a glance — always double check the real number with a simple COUNT query before believing it.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6126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1014</Words>
  <Application>Microsoft Office PowerPoint</Application>
  <PresentationFormat>Widescreen</PresentationFormat>
  <Paragraphs>172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Isaac Akanni</cp:lastModifiedBy>
  <cp:revision>2</cp:revision>
  <dcterms:created xsi:type="dcterms:W3CDTF">2026-08-05T17:06:38Z</dcterms:created>
  <dcterms:modified xsi:type="dcterms:W3CDTF">2026-08-05T17:15:50Z</dcterms:modified>
</cp:coreProperties>
</file>
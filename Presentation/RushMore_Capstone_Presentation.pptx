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2" r:id="rId9"/>
    <p:sldId id="273" r:id="rId10"/>
    <p:sldId id="263" r:id="rId11"/>
    <p:sldId id="264" r:id="rId12"/>
    <p:sldId id="274" r:id="rId13"/>
    <p:sldId id="265" r:id="rId14"/>
    <p:sldId id="270" r:id="rId15"/>
    <p:sldId id="266" r:id="rId16"/>
    <p:sldId id="267" r:id="rId17"/>
    <p:sldId id="271" r:id="rId18"/>
    <p:sldId id="268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BB5857-C148-4310-8F1F-268ABE672972}" v="14" dt="2026-08-07T14:26:24.5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ac Akanni" userId="a4c97d82cf82ffe9" providerId="LiveId" clId="{55BC0965-E54A-4753-92D2-10D8496727E7}"/>
    <pc:docChg chg="undo redo custSel addSld delSld modSld sldOrd">
      <pc:chgData name="Isaac Akanni" userId="a4c97d82cf82ffe9" providerId="LiveId" clId="{55BC0965-E54A-4753-92D2-10D8496727E7}" dt="2026-08-07T14:29:19.100" v="436"/>
      <pc:docMkLst>
        <pc:docMk/>
      </pc:docMkLst>
      <pc:sldChg chg="modSp mod">
        <pc:chgData name="Isaac Akanni" userId="a4c97d82cf82ffe9" providerId="LiveId" clId="{55BC0965-E54A-4753-92D2-10D8496727E7}" dt="2026-08-07T13:48:57.906" v="95" actId="20577"/>
        <pc:sldMkLst>
          <pc:docMk/>
          <pc:sldMk cId="0" sldId="256"/>
        </pc:sldMkLst>
        <pc:spChg chg="mod">
          <ac:chgData name="Isaac Akanni" userId="a4c97d82cf82ffe9" providerId="LiveId" clId="{55BC0965-E54A-4753-92D2-10D8496727E7}" dt="2026-08-07T13:48:57.906" v="95" actId="20577"/>
          <ac:spMkLst>
            <pc:docMk/>
            <pc:sldMk cId="0" sldId="256"/>
            <ac:spMk id="5" creationId="{00000000-0000-0000-0000-000000000000}"/>
          </ac:spMkLst>
        </pc:spChg>
      </pc:sldChg>
      <pc:sldChg chg="add del">
        <pc:chgData name="Isaac Akanni" userId="a4c97d82cf82ffe9" providerId="LiveId" clId="{55BC0965-E54A-4753-92D2-10D8496727E7}" dt="2026-08-07T13:43:08.696" v="89"/>
        <pc:sldMkLst>
          <pc:docMk/>
          <pc:sldMk cId="0" sldId="259"/>
        </pc:sldMkLst>
      </pc:sldChg>
      <pc:sldChg chg="modSp">
        <pc:chgData name="Isaac Akanni" userId="a4c97d82cf82ffe9" providerId="LiveId" clId="{55BC0965-E54A-4753-92D2-10D8496727E7}" dt="2026-08-07T13:46:28.843" v="91"/>
        <pc:sldMkLst>
          <pc:docMk/>
          <pc:sldMk cId="0" sldId="263"/>
        </pc:sldMkLst>
        <pc:spChg chg="mod">
          <ac:chgData name="Isaac Akanni" userId="a4c97d82cf82ffe9" providerId="LiveId" clId="{55BC0965-E54A-4753-92D2-10D8496727E7}" dt="2026-08-07T13:46:28.843" v="91"/>
          <ac:spMkLst>
            <pc:docMk/>
            <pc:sldMk cId="0" sldId="263"/>
            <ac:spMk id="8" creationId="{00000000-0000-0000-0000-000000000000}"/>
          </ac:spMkLst>
        </pc:spChg>
      </pc:sldChg>
      <pc:sldChg chg="addSp delSp modSp mod">
        <pc:chgData name="Isaac Akanni" userId="a4c97d82cf82ffe9" providerId="LiveId" clId="{55BC0965-E54A-4753-92D2-10D8496727E7}" dt="2026-08-07T14:08:39.529" v="211" actId="207"/>
        <pc:sldMkLst>
          <pc:docMk/>
          <pc:sldMk cId="0" sldId="265"/>
        </pc:sldMkLst>
        <pc:spChg chg="mod">
          <ac:chgData name="Isaac Akanni" userId="a4c97d82cf82ffe9" providerId="LiveId" clId="{55BC0965-E54A-4753-92D2-10D8496727E7}" dt="2026-08-07T14:02:58.876" v="122" actId="20577"/>
          <ac:spMkLst>
            <pc:docMk/>
            <pc:sldMk cId="0" sldId="265"/>
            <ac:spMk id="2" creationId="{00000000-0000-0000-0000-000000000000}"/>
          </ac:spMkLst>
        </pc:spChg>
        <pc:spChg chg="del">
          <ac:chgData name="Isaac Akanni" userId="a4c97d82cf82ffe9" providerId="LiveId" clId="{55BC0965-E54A-4753-92D2-10D8496727E7}" dt="2026-08-07T14:03:57.086" v="123" actId="478"/>
          <ac:spMkLst>
            <pc:docMk/>
            <pc:sldMk cId="0" sldId="265"/>
            <ac:spMk id="3" creationId="{00000000-0000-0000-0000-000000000000}"/>
          </ac:spMkLst>
        </pc:spChg>
        <pc:spChg chg="del">
          <ac:chgData name="Isaac Akanni" userId="a4c97d82cf82ffe9" providerId="LiveId" clId="{55BC0965-E54A-4753-92D2-10D8496727E7}" dt="2026-08-07T14:04:06.434" v="124" actId="478"/>
          <ac:spMkLst>
            <pc:docMk/>
            <pc:sldMk cId="0" sldId="265"/>
            <ac:spMk id="4" creationId="{00000000-0000-0000-0000-000000000000}"/>
          </ac:spMkLst>
        </pc:spChg>
        <pc:spChg chg="del">
          <ac:chgData name="Isaac Akanni" userId="a4c97d82cf82ffe9" providerId="LiveId" clId="{55BC0965-E54A-4753-92D2-10D8496727E7}" dt="2026-08-07T14:04:06.434" v="124" actId="478"/>
          <ac:spMkLst>
            <pc:docMk/>
            <pc:sldMk cId="0" sldId="265"/>
            <ac:spMk id="5" creationId="{00000000-0000-0000-0000-000000000000}"/>
          </ac:spMkLst>
        </pc:spChg>
        <pc:spChg chg="del">
          <ac:chgData name="Isaac Akanni" userId="a4c97d82cf82ffe9" providerId="LiveId" clId="{55BC0965-E54A-4753-92D2-10D8496727E7}" dt="2026-08-07T14:04:15.045" v="125" actId="478"/>
          <ac:spMkLst>
            <pc:docMk/>
            <pc:sldMk cId="0" sldId="265"/>
            <ac:spMk id="6" creationId="{00000000-0000-0000-0000-000000000000}"/>
          </ac:spMkLst>
        </pc:spChg>
        <pc:spChg chg="del">
          <ac:chgData name="Isaac Akanni" userId="a4c97d82cf82ffe9" providerId="LiveId" clId="{55BC0965-E54A-4753-92D2-10D8496727E7}" dt="2026-08-07T14:04:17.985" v="126" actId="478"/>
          <ac:spMkLst>
            <pc:docMk/>
            <pc:sldMk cId="0" sldId="265"/>
            <ac:spMk id="7" creationId="{00000000-0000-0000-0000-000000000000}"/>
          </ac:spMkLst>
        </pc:spChg>
        <pc:spChg chg="del">
          <ac:chgData name="Isaac Akanni" userId="a4c97d82cf82ffe9" providerId="LiveId" clId="{55BC0965-E54A-4753-92D2-10D8496727E7}" dt="2026-08-07T14:04:20.095" v="127" actId="478"/>
          <ac:spMkLst>
            <pc:docMk/>
            <pc:sldMk cId="0" sldId="265"/>
            <ac:spMk id="8" creationId="{00000000-0000-0000-0000-000000000000}"/>
          </ac:spMkLst>
        </pc:spChg>
        <pc:spChg chg="del">
          <ac:chgData name="Isaac Akanni" userId="a4c97d82cf82ffe9" providerId="LiveId" clId="{55BC0965-E54A-4753-92D2-10D8496727E7}" dt="2026-08-07T14:04:06.434" v="124" actId="478"/>
          <ac:spMkLst>
            <pc:docMk/>
            <pc:sldMk cId="0" sldId="265"/>
            <ac:spMk id="9" creationId="{00000000-0000-0000-0000-000000000000}"/>
          </ac:spMkLst>
        </pc:spChg>
        <pc:spChg chg="del">
          <ac:chgData name="Isaac Akanni" userId="a4c97d82cf82ffe9" providerId="LiveId" clId="{55BC0965-E54A-4753-92D2-10D8496727E7}" dt="2026-08-07T14:04:06.434" v="124" actId="478"/>
          <ac:spMkLst>
            <pc:docMk/>
            <pc:sldMk cId="0" sldId="265"/>
            <ac:spMk id="10" creationId="{00000000-0000-0000-0000-000000000000}"/>
          </ac:spMkLst>
        </pc:spChg>
        <pc:spChg chg="del">
          <ac:chgData name="Isaac Akanni" userId="a4c97d82cf82ffe9" providerId="LiveId" clId="{55BC0965-E54A-4753-92D2-10D8496727E7}" dt="2026-08-07T14:04:22.424" v="128" actId="478"/>
          <ac:spMkLst>
            <pc:docMk/>
            <pc:sldMk cId="0" sldId="265"/>
            <ac:spMk id="11" creationId="{00000000-0000-0000-0000-000000000000}"/>
          </ac:spMkLst>
        </pc:spChg>
        <pc:spChg chg="del">
          <ac:chgData name="Isaac Akanni" userId="a4c97d82cf82ffe9" providerId="LiveId" clId="{55BC0965-E54A-4753-92D2-10D8496727E7}" dt="2026-08-07T14:04:25.293" v="129" actId="478"/>
          <ac:spMkLst>
            <pc:docMk/>
            <pc:sldMk cId="0" sldId="265"/>
            <ac:spMk id="12" creationId="{00000000-0000-0000-0000-000000000000}"/>
          </ac:spMkLst>
        </pc:spChg>
        <pc:spChg chg="add mod">
          <ac:chgData name="Isaac Akanni" userId="a4c97d82cf82ffe9" providerId="LiveId" clId="{55BC0965-E54A-4753-92D2-10D8496727E7}" dt="2026-08-07T14:04:54.242" v="196" actId="1036"/>
          <ac:spMkLst>
            <pc:docMk/>
            <pc:sldMk cId="0" sldId="265"/>
            <ac:spMk id="14" creationId="{F16D24A4-1F1E-0C97-7150-6CE5357D0BB3}"/>
          </ac:spMkLst>
        </pc:spChg>
        <pc:spChg chg="del">
          <ac:chgData name="Isaac Akanni" userId="a4c97d82cf82ffe9" providerId="LiveId" clId="{55BC0965-E54A-4753-92D2-10D8496727E7}" dt="2026-08-07T14:04:06.434" v="124" actId="478"/>
          <ac:spMkLst>
            <pc:docMk/>
            <pc:sldMk cId="0" sldId="265"/>
            <ac:spMk id="15" creationId="{00000000-0000-0000-0000-000000000000}"/>
          </ac:spMkLst>
        </pc:spChg>
        <pc:spChg chg="add mod">
          <ac:chgData name="Isaac Akanni" userId="a4c97d82cf82ffe9" providerId="LiveId" clId="{55BC0965-E54A-4753-92D2-10D8496727E7}" dt="2026-08-07T14:06:50.899" v="204" actId="20577"/>
          <ac:spMkLst>
            <pc:docMk/>
            <pc:sldMk cId="0" sldId="265"/>
            <ac:spMk id="17" creationId="{EDFE15A0-8523-4EFD-0009-64B61D59E0BD}"/>
          </ac:spMkLst>
        </pc:spChg>
        <pc:spChg chg="del">
          <ac:chgData name="Isaac Akanni" userId="a4c97d82cf82ffe9" providerId="LiveId" clId="{55BC0965-E54A-4753-92D2-10D8496727E7}" dt="2026-08-07T14:04:28.479" v="130" actId="478"/>
          <ac:spMkLst>
            <pc:docMk/>
            <pc:sldMk cId="0" sldId="265"/>
            <ac:spMk id="18" creationId="{00000000-0000-0000-0000-000000000000}"/>
          </ac:spMkLst>
        </pc:spChg>
        <pc:spChg chg="del">
          <ac:chgData name="Isaac Akanni" userId="a4c97d82cf82ffe9" providerId="LiveId" clId="{55BC0965-E54A-4753-92D2-10D8496727E7}" dt="2026-08-07T14:04:06.434" v="124" actId="478"/>
          <ac:spMkLst>
            <pc:docMk/>
            <pc:sldMk cId="0" sldId="265"/>
            <ac:spMk id="19" creationId="{00000000-0000-0000-0000-000000000000}"/>
          </ac:spMkLst>
        </pc:spChg>
        <pc:spChg chg="del">
          <ac:chgData name="Isaac Akanni" userId="a4c97d82cf82ffe9" providerId="LiveId" clId="{55BC0965-E54A-4753-92D2-10D8496727E7}" dt="2026-08-07T14:04:31.242" v="131" actId="478"/>
          <ac:spMkLst>
            <pc:docMk/>
            <pc:sldMk cId="0" sldId="265"/>
            <ac:spMk id="21" creationId="{00000000-0000-0000-0000-000000000000}"/>
          </ac:spMkLst>
        </pc:spChg>
        <pc:spChg chg="del">
          <ac:chgData name="Isaac Akanni" userId="a4c97d82cf82ffe9" providerId="LiveId" clId="{55BC0965-E54A-4753-92D2-10D8496727E7}" dt="2026-08-07T14:04:34.084" v="132" actId="478"/>
          <ac:spMkLst>
            <pc:docMk/>
            <pc:sldMk cId="0" sldId="265"/>
            <ac:spMk id="22" creationId="{00000000-0000-0000-0000-000000000000}"/>
          </ac:spMkLst>
        </pc:spChg>
        <pc:spChg chg="add mod">
          <ac:chgData name="Isaac Akanni" userId="a4c97d82cf82ffe9" providerId="LiveId" clId="{55BC0965-E54A-4753-92D2-10D8496727E7}" dt="2026-08-07T14:04:54.242" v="196" actId="1036"/>
          <ac:spMkLst>
            <pc:docMk/>
            <pc:sldMk cId="0" sldId="265"/>
            <ac:spMk id="25" creationId="{2EAE7954-F8FB-1C60-D106-BC51D4210598}"/>
          </ac:spMkLst>
        </pc:spChg>
        <pc:spChg chg="add mod">
          <ac:chgData name="Isaac Akanni" userId="a4c97d82cf82ffe9" providerId="LiveId" clId="{55BC0965-E54A-4753-92D2-10D8496727E7}" dt="2026-08-07T14:04:54.242" v="196" actId="1036"/>
          <ac:spMkLst>
            <pc:docMk/>
            <pc:sldMk cId="0" sldId="265"/>
            <ac:spMk id="27" creationId="{F2345949-80D6-EE9A-DC46-5640916DE7EB}"/>
          </ac:spMkLst>
        </pc:spChg>
        <pc:spChg chg="add mod">
          <ac:chgData name="Isaac Akanni" userId="a4c97d82cf82ffe9" providerId="LiveId" clId="{55BC0965-E54A-4753-92D2-10D8496727E7}" dt="2026-08-07T14:07:02.045" v="206" actId="20577"/>
          <ac:spMkLst>
            <pc:docMk/>
            <pc:sldMk cId="0" sldId="265"/>
            <ac:spMk id="29" creationId="{11DAEBD7-A78F-910B-608F-4DD4A858E9FD}"/>
          </ac:spMkLst>
        </pc:spChg>
        <pc:spChg chg="add mod">
          <ac:chgData name="Isaac Akanni" userId="a4c97d82cf82ffe9" providerId="LiveId" clId="{55BC0965-E54A-4753-92D2-10D8496727E7}" dt="2026-08-07T14:04:54.242" v="196" actId="1036"/>
          <ac:spMkLst>
            <pc:docMk/>
            <pc:sldMk cId="0" sldId="265"/>
            <ac:spMk id="31" creationId="{DE8834E2-C977-183C-DC71-77B709FCA652}"/>
          </ac:spMkLst>
        </pc:spChg>
        <pc:spChg chg="add mod">
          <ac:chgData name="Isaac Akanni" userId="a4c97d82cf82ffe9" providerId="LiveId" clId="{55BC0965-E54A-4753-92D2-10D8496727E7}" dt="2026-08-07T14:04:54.242" v="196" actId="1036"/>
          <ac:spMkLst>
            <pc:docMk/>
            <pc:sldMk cId="0" sldId="265"/>
            <ac:spMk id="33" creationId="{A7391A5E-9C20-EF29-AA5E-6F31EC38C3BE}"/>
          </ac:spMkLst>
        </pc:spChg>
        <pc:spChg chg="mod">
          <ac:chgData name="Isaac Akanni" userId="a4c97d82cf82ffe9" providerId="LiveId" clId="{55BC0965-E54A-4753-92D2-10D8496727E7}" dt="2026-08-07T14:07:05.286" v="208" actId="20577"/>
          <ac:spMkLst>
            <pc:docMk/>
            <pc:sldMk cId="0" sldId="265"/>
            <ac:spMk id="35" creationId="{E416A756-8F99-D121-8511-0D3BBD072128}"/>
          </ac:spMkLst>
        </pc:spChg>
        <pc:spChg chg="add mod">
          <ac:chgData name="Isaac Akanni" userId="a4c97d82cf82ffe9" providerId="LiveId" clId="{55BC0965-E54A-4753-92D2-10D8496727E7}" dt="2026-08-07T14:04:54.242" v="196" actId="1036"/>
          <ac:spMkLst>
            <pc:docMk/>
            <pc:sldMk cId="0" sldId="265"/>
            <ac:spMk id="37" creationId="{757DDC7D-B67C-ABDF-7439-898A5A8D9C9F}"/>
          </ac:spMkLst>
        </pc:spChg>
        <pc:spChg chg="add mod">
          <ac:chgData name="Isaac Akanni" userId="a4c97d82cf82ffe9" providerId="LiveId" clId="{55BC0965-E54A-4753-92D2-10D8496727E7}" dt="2026-08-07T14:04:54.242" v="196" actId="1036"/>
          <ac:spMkLst>
            <pc:docMk/>
            <pc:sldMk cId="0" sldId="265"/>
            <ac:spMk id="39" creationId="{2919C6A4-0ACB-1A58-0E7F-BC57E0B55DE2}"/>
          </ac:spMkLst>
        </pc:spChg>
        <pc:spChg chg="mod">
          <ac:chgData name="Isaac Akanni" userId="a4c97d82cf82ffe9" providerId="LiveId" clId="{55BC0965-E54A-4753-92D2-10D8496727E7}" dt="2026-08-07T14:07:08.756" v="210" actId="20577"/>
          <ac:spMkLst>
            <pc:docMk/>
            <pc:sldMk cId="0" sldId="265"/>
            <ac:spMk id="41" creationId="{A9ACDA5C-3FF3-5C5B-A31B-4D565EC1AEA9}"/>
          </ac:spMkLst>
        </pc:spChg>
        <pc:spChg chg="add mod">
          <ac:chgData name="Isaac Akanni" userId="a4c97d82cf82ffe9" providerId="LiveId" clId="{55BC0965-E54A-4753-92D2-10D8496727E7}" dt="2026-08-07T14:04:54.242" v="196" actId="1036"/>
          <ac:spMkLst>
            <pc:docMk/>
            <pc:sldMk cId="0" sldId="265"/>
            <ac:spMk id="43" creationId="{B3480537-3156-D5B0-2C5D-66E5E8B4B8E7}"/>
          </ac:spMkLst>
        </pc:spChg>
        <pc:graphicFrameChg chg="mod">
          <ac:chgData name="Isaac Akanni" userId="a4c97d82cf82ffe9" providerId="LiveId" clId="{55BC0965-E54A-4753-92D2-10D8496727E7}" dt="2026-08-07T14:08:39.529" v="211" actId="207"/>
          <ac:graphicFrameMkLst>
            <pc:docMk/>
            <pc:sldMk cId="0" sldId="265"/>
            <ac:graphicFrameMk id="45" creationId="{7B8410DF-42AF-E946-BA52-04724E7F89F0}"/>
          </ac:graphicFrameMkLst>
        </pc:graphicFrameChg>
      </pc:sldChg>
      <pc:sldChg chg="delSp modSp mod">
        <pc:chgData name="Isaac Akanni" userId="a4c97d82cf82ffe9" providerId="LiveId" clId="{55BC0965-E54A-4753-92D2-10D8496727E7}" dt="2026-08-07T14:13:05.113" v="229" actId="478"/>
        <pc:sldMkLst>
          <pc:docMk/>
          <pc:sldMk cId="0" sldId="266"/>
        </pc:sldMkLst>
        <pc:spChg chg="mod">
          <ac:chgData name="Isaac Akanni" userId="a4c97d82cf82ffe9" providerId="LiveId" clId="{55BC0965-E54A-4753-92D2-10D8496727E7}" dt="2026-08-07T14:12:10.740" v="225" actId="20577"/>
          <ac:spMkLst>
            <pc:docMk/>
            <pc:sldMk cId="0" sldId="266"/>
            <ac:spMk id="12" creationId="{00000000-0000-0000-0000-000000000000}"/>
          </ac:spMkLst>
        </pc:spChg>
        <pc:spChg chg="del">
          <ac:chgData name="Isaac Akanni" userId="a4c97d82cf82ffe9" providerId="LiveId" clId="{55BC0965-E54A-4753-92D2-10D8496727E7}" dt="2026-08-07T14:12:56.223" v="226" actId="478"/>
          <ac:spMkLst>
            <pc:docMk/>
            <pc:sldMk cId="0" sldId="266"/>
            <ac:spMk id="18" creationId="{00000000-0000-0000-0000-000000000000}"/>
          </ac:spMkLst>
        </pc:spChg>
        <pc:spChg chg="del">
          <ac:chgData name="Isaac Akanni" userId="a4c97d82cf82ffe9" providerId="LiveId" clId="{55BC0965-E54A-4753-92D2-10D8496727E7}" dt="2026-08-07T14:12:58.487" v="227" actId="478"/>
          <ac:spMkLst>
            <pc:docMk/>
            <pc:sldMk cId="0" sldId="266"/>
            <ac:spMk id="19" creationId="{00000000-0000-0000-0000-000000000000}"/>
          </ac:spMkLst>
        </pc:spChg>
        <pc:spChg chg="del">
          <ac:chgData name="Isaac Akanni" userId="a4c97d82cf82ffe9" providerId="LiveId" clId="{55BC0965-E54A-4753-92D2-10D8496727E7}" dt="2026-08-07T14:13:01.576" v="228" actId="478"/>
          <ac:spMkLst>
            <pc:docMk/>
            <pc:sldMk cId="0" sldId="266"/>
            <ac:spMk id="21" creationId="{00000000-0000-0000-0000-000000000000}"/>
          </ac:spMkLst>
        </pc:spChg>
        <pc:spChg chg="del">
          <ac:chgData name="Isaac Akanni" userId="a4c97d82cf82ffe9" providerId="LiveId" clId="{55BC0965-E54A-4753-92D2-10D8496727E7}" dt="2026-08-07T14:13:05.113" v="229" actId="478"/>
          <ac:spMkLst>
            <pc:docMk/>
            <pc:sldMk cId="0" sldId="266"/>
            <ac:spMk id="22" creationId="{00000000-0000-0000-0000-000000000000}"/>
          </ac:spMkLst>
        </pc:spChg>
      </pc:sldChg>
      <pc:sldChg chg="new del">
        <pc:chgData name="Isaac Akanni" userId="a4c97d82cf82ffe9" providerId="LiveId" clId="{55BC0965-E54A-4753-92D2-10D8496727E7}" dt="2026-08-07T14:02:48.360" v="98" actId="2696"/>
        <pc:sldMkLst>
          <pc:docMk/>
          <pc:sldMk cId="266020930" sldId="269"/>
        </pc:sldMkLst>
      </pc:sldChg>
      <pc:sldChg chg="addSp delSp modSp add del mod">
        <pc:chgData name="Isaac Akanni" userId="a4c97d82cf82ffe9" providerId="LiveId" clId="{55BC0965-E54A-4753-92D2-10D8496727E7}" dt="2026-08-07T13:43:15.316" v="90" actId="2696"/>
        <pc:sldMkLst>
          <pc:docMk/>
          <pc:sldMk cId="2536661737" sldId="269"/>
        </pc:sldMkLst>
        <pc:spChg chg="mod">
          <ac:chgData name="Isaac Akanni" userId="a4c97d82cf82ffe9" providerId="LiveId" clId="{55BC0965-E54A-4753-92D2-10D8496727E7}" dt="2026-08-07T13:33:39.442" v="59" actId="207"/>
          <ac:spMkLst>
            <pc:docMk/>
            <pc:sldMk cId="2536661737" sldId="269"/>
            <ac:spMk id="2" creationId="{79BB8111-BC11-3E85-B0D4-89AFCCB0EB9E}"/>
          </ac:spMkLst>
        </pc:spChg>
        <pc:spChg chg="del">
          <ac:chgData name="Isaac Akanni" userId="a4c97d82cf82ffe9" providerId="LiveId" clId="{55BC0965-E54A-4753-92D2-10D8496727E7}" dt="2026-08-07T13:26:31.423" v="2" actId="478"/>
          <ac:spMkLst>
            <pc:docMk/>
            <pc:sldMk cId="2536661737" sldId="269"/>
            <ac:spMk id="3" creationId="{6F5FCE36-B048-E606-AC02-729DCCB78F74}"/>
          </ac:spMkLst>
        </pc:spChg>
        <pc:spChg chg="del">
          <ac:chgData name="Isaac Akanni" userId="a4c97d82cf82ffe9" providerId="LiveId" clId="{55BC0965-E54A-4753-92D2-10D8496727E7}" dt="2026-08-07T13:26:28.127" v="1" actId="478"/>
          <ac:spMkLst>
            <pc:docMk/>
            <pc:sldMk cId="2536661737" sldId="269"/>
            <ac:spMk id="7" creationId="{30F11BDA-0C66-8887-25C0-E05116D3288C}"/>
          </ac:spMkLst>
        </pc:spChg>
        <pc:spChg chg="del">
          <ac:chgData name="Isaac Akanni" userId="a4c97d82cf82ffe9" providerId="LiveId" clId="{55BC0965-E54A-4753-92D2-10D8496727E7}" dt="2026-08-07T13:26:28.127" v="1" actId="478"/>
          <ac:spMkLst>
            <pc:docMk/>
            <pc:sldMk cId="2536661737" sldId="269"/>
            <ac:spMk id="8" creationId="{E3D9C39E-A516-E525-04B1-451346729300}"/>
          </ac:spMkLst>
        </pc:spChg>
        <pc:spChg chg="del">
          <ac:chgData name="Isaac Akanni" userId="a4c97d82cf82ffe9" providerId="LiveId" clId="{55BC0965-E54A-4753-92D2-10D8496727E7}" dt="2026-08-07T13:26:28.127" v="1" actId="478"/>
          <ac:spMkLst>
            <pc:docMk/>
            <pc:sldMk cId="2536661737" sldId="269"/>
            <ac:spMk id="10" creationId="{FAF2A785-9C2A-6293-135D-EBA124C152CD}"/>
          </ac:spMkLst>
        </pc:spChg>
        <pc:spChg chg="del">
          <ac:chgData name="Isaac Akanni" userId="a4c97d82cf82ffe9" providerId="LiveId" clId="{55BC0965-E54A-4753-92D2-10D8496727E7}" dt="2026-08-07T13:26:28.127" v="1" actId="478"/>
          <ac:spMkLst>
            <pc:docMk/>
            <pc:sldMk cId="2536661737" sldId="269"/>
            <ac:spMk id="11" creationId="{B47A6B51-8426-B137-7DB0-00DADA3AE884}"/>
          </ac:spMkLst>
        </pc:spChg>
        <pc:spChg chg="del">
          <ac:chgData name="Isaac Akanni" userId="a4c97d82cf82ffe9" providerId="LiveId" clId="{55BC0965-E54A-4753-92D2-10D8496727E7}" dt="2026-08-07T13:26:28.127" v="1" actId="478"/>
          <ac:spMkLst>
            <pc:docMk/>
            <pc:sldMk cId="2536661737" sldId="269"/>
            <ac:spMk id="12" creationId="{8BDF1744-164C-C362-8AEC-20D377556CCE}"/>
          </ac:spMkLst>
        </pc:spChg>
        <pc:spChg chg="del">
          <ac:chgData name="Isaac Akanni" userId="a4c97d82cf82ffe9" providerId="LiveId" clId="{55BC0965-E54A-4753-92D2-10D8496727E7}" dt="2026-08-07T13:26:28.127" v="1" actId="478"/>
          <ac:spMkLst>
            <pc:docMk/>
            <pc:sldMk cId="2536661737" sldId="269"/>
            <ac:spMk id="13" creationId="{831DDC82-ECE9-FCB8-B279-B694AFB56F6F}"/>
          </ac:spMkLst>
        </pc:spChg>
        <pc:spChg chg="del">
          <ac:chgData name="Isaac Akanni" userId="a4c97d82cf82ffe9" providerId="LiveId" clId="{55BC0965-E54A-4753-92D2-10D8496727E7}" dt="2026-08-07T13:26:28.127" v="1" actId="478"/>
          <ac:spMkLst>
            <pc:docMk/>
            <pc:sldMk cId="2536661737" sldId="269"/>
            <ac:spMk id="14" creationId="{7E7ADC2A-52C0-B8BB-B524-04D3E2057FDB}"/>
          </ac:spMkLst>
        </pc:spChg>
        <pc:spChg chg="del">
          <ac:chgData name="Isaac Akanni" userId="a4c97d82cf82ffe9" providerId="LiveId" clId="{55BC0965-E54A-4753-92D2-10D8496727E7}" dt="2026-08-07T13:26:28.127" v="1" actId="478"/>
          <ac:spMkLst>
            <pc:docMk/>
            <pc:sldMk cId="2536661737" sldId="269"/>
            <ac:spMk id="15" creationId="{740DDB82-7213-9C2F-7C0C-BA7FF69D7C0E}"/>
          </ac:spMkLst>
        </pc:spChg>
        <pc:spChg chg="del">
          <ac:chgData name="Isaac Akanni" userId="a4c97d82cf82ffe9" providerId="LiveId" clId="{55BC0965-E54A-4753-92D2-10D8496727E7}" dt="2026-08-07T13:26:28.127" v="1" actId="478"/>
          <ac:spMkLst>
            <pc:docMk/>
            <pc:sldMk cId="2536661737" sldId="269"/>
            <ac:spMk id="16" creationId="{9C76744F-4AE9-2F6B-83DB-845C9E68AC67}"/>
          </ac:spMkLst>
        </pc:spChg>
        <pc:spChg chg="del">
          <ac:chgData name="Isaac Akanni" userId="a4c97d82cf82ffe9" providerId="LiveId" clId="{55BC0965-E54A-4753-92D2-10D8496727E7}" dt="2026-08-07T13:26:28.127" v="1" actId="478"/>
          <ac:spMkLst>
            <pc:docMk/>
            <pc:sldMk cId="2536661737" sldId="269"/>
            <ac:spMk id="17" creationId="{01C9171A-CB17-17D6-8813-5845BC695535}"/>
          </ac:spMkLst>
        </pc:spChg>
        <pc:spChg chg="mod">
          <ac:chgData name="Isaac Akanni" userId="a4c97d82cf82ffe9" providerId="LiveId" clId="{55BC0965-E54A-4753-92D2-10D8496727E7}" dt="2026-08-07T13:36:31.622" v="87" actId="1037"/>
          <ac:spMkLst>
            <pc:docMk/>
            <pc:sldMk cId="2536661737" sldId="269"/>
            <ac:spMk id="18" creationId="{DEA2598C-8ABB-B73A-1AFB-EACB5DA6A3D5}"/>
          </ac:spMkLst>
        </pc:spChg>
        <pc:spChg chg="add del mod">
          <ac:chgData name="Isaac Akanni" userId="a4c97d82cf82ffe9" providerId="LiveId" clId="{55BC0965-E54A-4753-92D2-10D8496727E7}" dt="2026-08-07T13:33:19.658" v="57" actId="478"/>
          <ac:spMkLst>
            <pc:docMk/>
            <pc:sldMk cId="2536661737" sldId="269"/>
            <ac:spMk id="20" creationId="{46AA009F-911F-BBC1-2364-B11668D2B0C4}"/>
          </ac:spMkLst>
        </pc:spChg>
        <pc:picChg chg="add mod">
          <ac:chgData name="Isaac Akanni" userId="a4c97d82cf82ffe9" providerId="LiveId" clId="{55BC0965-E54A-4753-92D2-10D8496727E7}" dt="2026-08-07T13:35:00.278" v="67" actId="34807"/>
          <ac:picMkLst>
            <pc:docMk/>
            <pc:sldMk cId="2536661737" sldId="269"/>
            <ac:picMk id="22" creationId="{8C263316-5C6A-91F2-4FB8-8F839E4F4EAC}"/>
          </ac:picMkLst>
        </pc:picChg>
      </pc:sldChg>
      <pc:sldChg chg="add">
        <pc:chgData name="Isaac Akanni" userId="a4c97d82cf82ffe9" providerId="LiveId" clId="{55BC0965-E54A-4753-92D2-10D8496727E7}" dt="2026-08-07T14:02:45.368" v="97" actId="2890"/>
        <pc:sldMkLst>
          <pc:docMk/>
          <pc:sldMk cId="600650242" sldId="270"/>
        </pc:sldMkLst>
      </pc:sldChg>
      <pc:sldChg chg="new">
        <pc:chgData name="Isaac Akanni" userId="a4c97d82cf82ffe9" providerId="LiveId" clId="{55BC0965-E54A-4753-92D2-10D8496727E7}" dt="2026-08-07T14:14:26.302" v="230" actId="680"/>
        <pc:sldMkLst>
          <pc:docMk/>
          <pc:sldMk cId="2244223025" sldId="271"/>
        </pc:sldMkLst>
      </pc:sldChg>
      <pc:sldChg chg="addSp delSp modSp add mod setBg">
        <pc:chgData name="Isaac Akanni" userId="a4c97d82cf82ffe9" providerId="LiveId" clId="{55BC0965-E54A-4753-92D2-10D8496727E7}" dt="2026-08-07T14:20:49.661" v="276" actId="339"/>
        <pc:sldMkLst>
          <pc:docMk/>
          <pc:sldMk cId="855773638" sldId="272"/>
        </pc:sldMkLst>
        <pc:spChg chg="mod">
          <ac:chgData name="Isaac Akanni" userId="a4c97d82cf82ffe9" providerId="LiveId" clId="{55BC0965-E54A-4753-92D2-10D8496727E7}" dt="2026-08-07T14:18:28.937" v="270" actId="1035"/>
          <ac:spMkLst>
            <pc:docMk/>
            <pc:sldMk cId="855773638" sldId="272"/>
            <ac:spMk id="2" creationId="{9DAC1A71-6E06-2364-B252-126B85C5ED90}"/>
          </ac:spMkLst>
        </pc:spChg>
        <pc:spChg chg="del">
          <ac:chgData name="Isaac Akanni" userId="a4c97d82cf82ffe9" providerId="LiveId" clId="{55BC0965-E54A-4753-92D2-10D8496727E7}" dt="2026-08-07T14:16:08.652" v="235" actId="478"/>
          <ac:spMkLst>
            <pc:docMk/>
            <pc:sldMk cId="855773638" sldId="272"/>
            <ac:spMk id="3" creationId="{0B47D9FB-535B-B946-E61A-64DD50E67256}"/>
          </ac:spMkLst>
        </pc:spChg>
        <pc:spChg chg="del">
          <ac:chgData name="Isaac Akanni" userId="a4c97d82cf82ffe9" providerId="LiveId" clId="{55BC0965-E54A-4753-92D2-10D8496727E7}" dt="2026-08-07T14:16:11.292" v="236" actId="478"/>
          <ac:spMkLst>
            <pc:docMk/>
            <pc:sldMk cId="855773638" sldId="272"/>
            <ac:spMk id="4" creationId="{1C42A618-0DDC-31BD-2CE6-8C371809863B}"/>
          </ac:spMkLst>
        </pc:spChg>
        <pc:spChg chg="del">
          <ac:chgData name="Isaac Akanni" userId="a4c97d82cf82ffe9" providerId="LiveId" clId="{55BC0965-E54A-4753-92D2-10D8496727E7}" dt="2026-08-07T14:16:17.035" v="238" actId="478"/>
          <ac:spMkLst>
            <pc:docMk/>
            <pc:sldMk cId="855773638" sldId="272"/>
            <ac:spMk id="5" creationId="{D51A4991-DEE4-B1F0-AA12-B6AC550E2091}"/>
          </ac:spMkLst>
        </pc:spChg>
        <pc:spChg chg="del">
          <ac:chgData name="Isaac Akanni" userId="a4c97d82cf82ffe9" providerId="LiveId" clId="{55BC0965-E54A-4753-92D2-10D8496727E7}" dt="2026-08-07T14:16:14.103" v="237" actId="478"/>
          <ac:spMkLst>
            <pc:docMk/>
            <pc:sldMk cId="855773638" sldId="272"/>
            <ac:spMk id="6" creationId="{F4080107-5BD5-C769-6B59-7A5F0ABB61A8}"/>
          </ac:spMkLst>
        </pc:spChg>
        <pc:spChg chg="del">
          <ac:chgData name="Isaac Akanni" userId="a4c97d82cf82ffe9" providerId="LiveId" clId="{55BC0965-E54A-4753-92D2-10D8496727E7}" dt="2026-08-07T14:16:20.370" v="239" actId="478"/>
          <ac:spMkLst>
            <pc:docMk/>
            <pc:sldMk cId="855773638" sldId="272"/>
            <ac:spMk id="7" creationId="{E8D1E8E8-7857-6784-D511-D56A625A8861}"/>
          </ac:spMkLst>
        </pc:spChg>
        <pc:spChg chg="del">
          <ac:chgData name="Isaac Akanni" userId="a4c97d82cf82ffe9" providerId="LiveId" clId="{55BC0965-E54A-4753-92D2-10D8496727E7}" dt="2026-08-07T14:16:26.355" v="241" actId="478"/>
          <ac:spMkLst>
            <pc:docMk/>
            <pc:sldMk cId="855773638" sldId="272"/>
            <ac:spMk id="8" creationId="{8D8598BC-98C5-DBA8-76B3-1171205B3774}"/>
          </ac:spMkLst>
        </pc:spChg>
        <pc:spChg chg="del">
          <ac:chgData name="Isaac Akanni" userId="a4c97d82cf82ffe9" providerId="LiveId" clId="{55BC0965-E54A-4753-92D2-10D8496727E7}" dt="2026-08-07T14:16:23.750" v="240" actId="478"/>
          <ac:spMkLst>
            <pc:docMk/>
            <pc:sldMk cId="855773638" sldId="272"/>
            <ac:spMk id="9" creationId="{117FC8DE-D02A-594A-73F7-9B4CC759A928}"/>
          </ac:spMkLst>
        </pc:spChg>
        <pc:spChg chg="del">
          <ac:chgData name="Isaac Akanni" userId="a4c97d82cf82ffe9" providerId="LiveId" clId="{55BC0965-E54A-4753-92D2-10D8496727E7}" dt="2026-08-07T14:16:23.750" v="240" actId="478"/>
          <ac:spMkLst>
            <pc:docMk/>
            <pc:sldMk cId="855773638" sldId="272"/>
            <ac:spMk id="10" creationId="{25F7A2CB-4AF9-A81C-318D-E1F2DED5A466}"/>
          </ac:spMkLst>
        </pc:spChg>
        <pc:spChg chg="del">
          <ac:chgData name="Isaac Akanni" userId="a4c97d82cf82ffe9" providerId="LiveId" clId="{55BC0965-E54A-4753-92D2-10D8496727E7}" dt="2026-08-07T14:16:32.571" v="243" actId="478"/>
          <ac:spMkLst>
            <pc:docMk/>
            <pc:sldMk cId="855773638" sldId="272"/>
            <ac:spMk id="11" creationId="{A0183922-B2EB-43FE-ADB1-70C58805B8C5}"/>
          </ac:spMkLst>
        </pc:spChg>
        <pc:spChg chg="del">
          <ac:chgData name="Isaac Akanni" userId="a4c97d82cf82ffe9" providerId="LiveId" clId="{55BC0965-E54A-4753-92D2-10D8496727E7}" dt="2026-08-07T14:16:29.492" v="242" actId="478"/>
          <ac:spMkLst>
            <pc:docMk/>
            <pc:sldMk cId="855773638" sldId="272"/>
            <ac:spMk id="12" creationId="{C0B5E88E-CE2B-6B6C-5C4E-CB8EFBCD9B56}"/>
          </ac:spMkLst>
        </pc:spChg>
        <pc:spChg chg="del">
          <ac:chgData name="Isaac Akanni" userId="a4c97d82cf82ffe9" providerId="LiveId" clId="{55BC0965-E54A-4753-92D2-10D8496727E7}" dt="2026-08-07T14:16:23.750" v="240" actId="478"/>
          <ac:spMkLst>
            <pc:docMk/>
            <pc:sldMk cId="855773638" sldId="272"/>
            <ac:spMk id="13" creationId="{BFA03CD1-E740-803C-1FF2-9C2FB8FD749E}"/>
          </ac:spMkLst>
        </pc:spChg>
        <pc:spChg chg="del">
          <ac:chgData name="Isaac Akanni" userId="a4c97d82cf82ffe9" providerId="LiveId" clId="{55BC0965-E54A-4753-92D2-10D8496727E7}" dt="2026-08-07T14:16:23.750" v="240" actId="478"/>
          <ac:spMkLst>
            <pc:docMk/>
            <pc:sldMk cId="855773638" sldId="272"/>
            <ac:spMk id="14" creationId="{7BFFAA35-025C-3E02-F204-F4B188D817F8}"/>
          </ac:spMkLst>
        </pc:spChg>
        <pc:spChg chg="del">
          <ac:chgData name="Isaac Akanni" userId="a4c97d82cf82ffe9" providerId="LiveId" clId="{55BC0965-E54A-4753-92D2-10D8496727E7}" dt="2026-08-07T14:16:35.753" v="244" actId="478"/>
          <ac:spMkLst>
            <pc:docMk/>
            <pc:sldMk cId="855773638" sldId="272"/>
            <ac:spMk id="15" creationId="{7E8D9C22-10DB-D838-3D0B-725478DBEF7C}"/>
          </ac:spMkLst>
        </pc:spChg>
        <pc:spChg chg="mod">
          <ac:chgData name="Isaac Akanni" userId="a4c97d82cf82ffe9" providerId="LiveId" clId="{55BC0965-E54A-4753-92D2-10D8496727E7}" dt="2026-08-07T14:17:45.153" v="250" actId="26606"/>
          <ac:spMkLst>
            <pc:docMk/>
            <pc:sldMk cId="855773638" sldId="272"/>
            <ac:spMk id="16" creationId="{4665302D-DA66-78FD-2D1E-8D0A90FEF03B}"/>
          </ac:spMkLst>
        </pc:spChg>
        <pc:spChg chg="add del">
          <ac:chgData name="Isaac Akanni" userId="a4c97d82cf82ffe9" providerId="LiveId" clId="{55BC0965-E54A-4753-92D2-10D8496727E7}" dt="2026-08-07T14:17:45.153" v="250" actId="26606"/>
          <ac:spMkLst>
            <pc:docMk/>
            <pc:sldMk cId="855773638" sldId="272"/>
            <ac:spMk id="20" creationId="{47942995-B07F-4636-9A06-C6A104B260A8}"/>
          </ac:spMkLst>
        </pc:spChg>
        <pc:spChg chg="add del">
          <ac:chgData name="Isaac Akanni" userId="a4c97d82cf82ffe9" providerId="LiveId" clId="{55BC0965-E54A-4753-92D2-10D8496727E7}" dt="2026-08-07T14:17:15.546" v="248" actId="26606"/>
          <ac:spMkLst>
            <pc:docMk/>
            <pc:sldMk cId="855773638" sldId="272"/>
            <ac:spMk id="23" creationId="{665DBBEF-238B-476B-96AB-8AAC3224ECEA}"/>
          </ac:spMkLst>
        </pc:spChg>
        <pc:spChg chg="add del">
          <ac:chgData name="Isaac Akanni" userId="a4c97d82cf82ffe9" providerId="LiveId" clId="{55BC0965-E54A-4753-92D2-10D8496727E7}" dt="2026-08-07T14:17:15.546" v="248" actId="26606"/>
          <ac:spMkLst>
            <pc:docMk/>
            <pc:sldMk cId="855773638" sldId="272"/>
            <ac:spMk id="25" creationId="{3FCFB1DE-0B7E-48CC-BA90-B2AB0889F9D6}"/>
          </ac:spMkLst>
        </pc:spChg>
        <pc:spChg chg="add del">
          <ac:chgData name="Isaac Akanni" userId="a4c97d82cf82ffe9" providerId="LiveId" clId="{55BC0965-E54A-4753-92D2-10D8496727E7}" dt="2026-08-07T14:17:45.153" v="250" actId="26606"/>
          <ac:spMkLst>
            <pc:docMk/>
            <pc:sldMk cId="855773638" sldId="272"/>
            <ac:spMk id="30" creationId="{B81933D1-5615-42C7-9C0B-4EB7105CCE2D}"/>
          </ac:spMkLst>
        </pc:spChg>
        <pc:spChg chg="add del">
          <ac:chgData name="Isaac Akanni" userId="a4c97d82cf82ffe9" providerId="LiveId" clId="{55BC0965-E54A-4753-92D2-10D8496727E7}" dt="2026-08-07T14:17:45.153" v="250" actId="26606"/>
          <ac:spMkLst>
            <pc:docMk/>
            <pc:sldMk cId="855773638" sldId="272"/>
            <ac:spMk id="32" creationId="{19C9EAEA-39D0-4B0E-A0EB-51E7B26740B1}"/>
          </ac:spMkLst>
        </pc:spChg>
        <pc:grpChg chg="add del">
          <ac:chgData name="Isaac Akanni" userId="a4c97d82cf82ffe9" providerId="LiveId" clId="{55BC0965-E54A-4753-92D2-10D8496727E7}" dt="2026-08-07T14:17:45.153" v="250" actId="26606"/>
          <ac:grpSpMkLst>
            <pc:docMk/>
            <pc:sldMk cId="855773638" sldId="272"/>
            <ac:grpSpMk id="21" creationId="{032D8612-31EB-44CF-A1D0-14FD4C705424}"/>
          </ac:grpSpMkLst>
        </pc:grpChg>
        <pc:picChg chg="add mod">
          <ac:chgData name="Isaac Akanni" userId="a4c97d82cf82ffe9" providerId="LiveId" clId="{55BC0965-E54A-4753-92D2-10D8496727E7}" dt="2026-08-07T14:20:49.661" v="276" actId="339"/>
          <ac:picMkLst>
            <pc:docMk/>
            <pc:sldMk cId="855773638" sldId="272"/>
            <ac:picMk id="18" creationId="{00E80B2D-F7C2-7AB3-B186-20F7C32F1490}"/>
          </ac:picMkLst>
        </pc:picChg>
      </pc:sldChg>
      <pc:sldChg chg="new del">
        <pc:chgData name="Isaac Akanni" userId="a4c97d82cf82ffe9" providerId="LiveId" clId="{55BC0965-E54A-4753-92D2-10D8496727E7}" dt="2026-08-07T14:15:53.417" v="232" actId="680"/>
        <pc:sldMkLst>
          <pc:docMk/>
          <pc:sldMk cId="2015867340" sldId="272"/>
        </pc:sldMkLst>
      </pc:sldChg>
      <pc:sldChg chg="addSp delSp modSp add mod ord setBg">
        <pc:chgData name="Isaac Akanni" userId="a4c97d82cf82ffe9" providerId="LiveId" clId="{55BC0965-E54A-4753-92D2-10D8496727E7}" dt="2026-08-07T14:26:46.429" v="391" actId="20577"/>
        <pc:sldMkLst>
          <pc:docMk/>
          <pc:sldMk cId="2487098473" sldId="273"/>
        </pc:sldMkLst>
        <pc:spChg chg="mod">
          <ac:chgData name="Isaac Akanni" userId="a4c97d82cf82ffe9" providerId="LiveId" clId="{55BC0965-E54A-4753-92D2-10D8496727E7}" dt="2026-08-07T14:26:46.429" v="391" actId="20577"/>
          <ac:spMkLst>
            <pc:docMk/>
            <pc:sldMk cId="2487098473" sldId="273"/>
            <ac:spMk id="2" creationId="{DD768455-5AE5-34A8-1254-D2643C59CFB7}"/>
          </ac:spMkLst>
        </pc:spChg>
        <pc:spChg chg="add del mod">
          <ac:chgData name="Isaac Akanni" userId="a4c97d82cf82ffe9" providerId="LiveId" clId="{55BC0965-E54A-4753-92D2-10D8496727E7}" dt="2026-08-07T14:26:24.588" v="345" actId="767"/>
          <ac:spMkLst>
            <pc:docMk/>
            <pc:sldMk cId="2487098473" sldId="273"/>
            <ac:spMk id="5" creationId="{6E93B154-919A-523A-3CE9-7E9D07311E42}"/>
          </ac:spMkLst>
        </pc:spChg>
        <pc:spChg chg="add del mod">
          <ac:chgData name="Isaac Akanni" userId="a4c97d82cf82ffe9" providerId="LiveId" clId="{55BC0965-E54A-4753-92D2-10D8496727E7}" dt="2026-08-07T14:26:25.098" v="346" actId="26606"/>
          <ac:spMkLst>
            <pc:docMk/>
            <pc:sldMk cId="2487098473" sldId="273"/>
            <ac:spMk id="16" creationId="{F2F4F431-4383-976A-A19E-9CAD86BFDCDB}"/>
          </ac:spMkLst>
        </pc:spChg>
        <pc:spChg chg="add del">
          <ac:chgData name="Isaac Akanni" userId="a4c97d82cf82ffe9" providerId="LiveId" clId="{55BC0965-E54A-4753-92D2-10D8496727E7}" dt="2026-08-07T14:26:17.800" v="339" actId="26606"/>
          <ac:spMkLst>
            <pc:docMk/>
            <pc:sldMk cId="2487098473" sldId="273"/>
            <ac:spMk id="28" creationId="{A4AC5506-6312-4701-8D3C-40187889A947}"/>
          </ac:spMkLst>
        </pc:spChg>
        <pc:grpChg chg="add del">
          <ac:chgData name="Isaac Akanni" userId="a4c97d82cf82ffe9" providerId="LiveId" clId="{55BC0965-E54A-4753-92D2-10D8496727E7}" dt="2026-08-07T14:26:25.098" v="346" actId="26606"/>
          <ac:grpSpMkLst>
            <pc:docMk/>
            <pc:sldMk cId="2487098473" sldId="273"/>
            <ac:grpSpMk id="21" creationId="{FB7FB62D-DD5B-C587-F53F-679128D41B8A}"/>
          </ac:grpSpMkLst>
        </pc:grpChg>
        <pc:grpChg chg="add del">
          <ac:chgData name="Isaac Akanni" userId="a4c97d82cf82ffe9" providerId="LiveId" clId="{55BC0965-E54A-4753-92D2-10D8496727E7}" dt="2026-08-07T14:26:15.138" v="334" actId="26606"/>
          <ac:grpSpMkLst>
            <pc:docMk/>
            <pc:sldMk cId="2487098473" sldId="273"/>
            <ac:grpSpMk id="33" creationId="{6E61B563-A4B2-5783-81AF-A2A053D74769}"/>
          </ac:grpSpMkLst>
        </pc:grpChg>
        <pc:picChg chg="add del mod">
          <ac:chgData name="Isaac Akanni" userId="a4c97d82cf82ffe9" providerId="LiveId" clId="{55BC0965-E54A-4753-92D2-10D8496727E7}" dt="2026-08-07T14:26:37.340" v="375" actId="1037"/>
          <ac:picMkLst>
            <pc:docMk/>
            <pc:sldMk cId="2487098473" sldId="273"/>
            <ac:picMk id="4" creationId="{1CF84079-995D-FC6A-9F3A-8340F5DCD817}"/>
          </ac:picMkLst>
        </pc:picChg>
        <pc:picChg chg="del">
          <ac:chgData name="Isaac Akanni" userId="a4c97d82cf82ffe9" providerId="LiveId" clId="{55BC0965-E54A-4753-92D2-10D8496727E7}" dt="2026-08-07T14:23:48.659" v="283" actId="478"/>
          <ac:picMkLst>
            <pc:docMk/>
            <pc:sldMk cId="2487098473" sldId="273"/>
            <ac:picMk id="18" creationId="{01AA59F9-1FD3-E022-7812-6CF276E5A89D}"/>
          </ac:picMkLst>
        </pc:picChg>
      </pc:sldChg>
      <pc:sldChg chg="addSp delSp modSp add mod ord">
        <pc:chgData name="Isaac Akanni" userId="a4c97d82cf82ffe9" providerId="LiveId" clId="{55BC0965-E54A-4753-92D2-10D8496727E7}" dt="2026-08-07T14:29:19.100" v="436"/>
        <pc:sldMkLst>
          <pc:docMk/>
          <pc:sldMk cId="3579003284" sldId="274"/>
        </pc:sldMkLst>
        <pc:spChg chg="mod">
          <ac:chgData name="Isaac Akanni" userId="a4c97d82cf82ffe9" providerId="LiveId" clId="{55BC0965-E54A-4753-92D2-10D8496727E7}" dt="2026-08-07T14:29:02.122" v="434" actId="404"/>
          <ac:spMkLst>
            <pc:docMk/>
            <pc:sldMk cId="3579003284" sldId="274"/>
            <ac:spMk id="2" creationId="{4B3C9683-7AC5-11E1-7BD4-C67515D0CF02}"/>
          </ac:spMkLst>
        </pc:spChg>
        <pc:picChg chg="add mod">
          <ac:chgData name="Isaac Akanni" userId="a4c97d82cf82ffe9" providerId="LiveId" clId="{55BC0965-E54A-4753-92D2-10D8496727E7}" dt="2026-08-07T14:27:38.143" v="397" actId="14100"/>
          <ac:picMkLst>
            <pc:docMk/>
            <pc:sldMk cId="3579003284" sldId="274"/>
            <ac:picMk id="4" creationId="{9D6143A6-452D-A886-74F5-0332C0ECD6A9}"/>
          </ac:picMkLst>
        </pc:picChg>
        <pc:picChg chg="del">
          <ac:chgData name="Isaac Akanni" userId="a4c97d82cf82ffe9" providerId="LiveId" clId="{55BC0965-E54A-4753-92D2-10D8496727E7}" dt="2026-08-07T14:26:56.179" v="392" actId="478"/>
          <ac:picMkLst>
            <pc:docMk/>
            <pc:sldMk cId="3579003284" sldId="274"/>
            <ac:picMk id="18" creationId="{8A499660-6E3D-BA53-0F74-30FCA63D39AA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2B2B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2B2B2B"/>
                </a:solidFill>
                <a:latin typeface="Arial"/>
              </a:rPr>
              <a:t>High-Volume Tables (Orders &amp; Order_Items)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Row Count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B2B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Orders</c:v>
                </c:pt>
                <c:pt idx="1">
                  <c:v>Order_Items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5500</c:v>
                </c:pt>
                <c:pt idx="1">
                  <c:v>16400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7F-465D-8998-A04D4CB38EF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3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2B2B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2B2B2B"/>
                </a:solidFill>
                <a:latin typeface="Arial"/>
              </a:rPr>
              <a:t>High-Volume Tables (Orders &amp; Order_Items)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Row Count</c:v>
                </c:pt>
              </c:strCache>
            </c:strRef>
          </c:tx>
          <c:spPr>
            <a:solidFill>
              <a:schemeClr val="tx2">
                <a:lumMod val="60000"/>
                <a:lumOff val="40000"/>
              </a:schemeClr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B2B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Orders</c:v>
                </c:pt>
                <c:pt idx="1">
                  <c:v>Order_Items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5500</c:v>
                </c:pt>
                <c:pt idx="1">
                  <c:v>16400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E3-40A0-9C17-B44B549AD21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3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1500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C6E88-CC81-23C7-80E6-7883A4AD5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43A607-931D-3CDD-A1C7-79D2578273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54A7B-621F-B6F3-9517-5C6822B5D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50D371-330B-04F0-E8EC-1225438E13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4432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610AD-DF3D-1F80-632D-994A2FEA1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02962A-F694-A969-93BF-993BA8AAE8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FD76B7-9454-ED6C-ED8F-7F39E7196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A14B08-303C-7902-184E-97B19F5348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9376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D811B-EA21-5CE8-146B-D2FDC93AD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4B3EB1-4FFD-BFF5-BC5C-1D52866EC1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87C5C9-AD6B-13F1-3167-150D327ADB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929B8-2629-70FD-0BBE-99DE14DA43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975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0DA4F-795F-0373-7321-E26AA1EBA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4903A9-8EE8-3E0F-4064-39CB73378E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030117-CB42-D256-4860-744583DCA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FE255F-4444-5223-EB0B-DA714D4DD3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9681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F96167">
              <a:alpha val="15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-1463040" y="4754880"/>
            <a:ext cx="3657600" cy="3657600"/>
          </a:xfrm>
          <a:prstGeom prst="ellipse">
            <a:avLst/>
          </a:prstGeom>
          <a:solidFill>
            <a:srgbClr val="F9E795">
              <a:alpha val="12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RushMore Pizzeria's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Database System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fragile orders.json file to a cloud-native, analytics-ready PostgreSQL platform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201168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822960" y="4892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 •  Cloud Deployment  •  Database Programming  •  Analytics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orders.json Can't Keep Up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RushMore grew to multiple locations, the simple JSON file system became a business bottleneck.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685800" cy="6858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71600" y="19202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at scale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33172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Reading/writing one flat file gets slower as order history grows.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965960"/>
            <a:ext cx="685800" cy="6858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626364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178040" y="19202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concurrency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78040" y="233172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cashiers can't safely write to the same file at once.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685800" cy="6858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457200" y="3703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71600" y="36576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analytics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06908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to query 'top customers' or 'busiest hour' from raw JSON.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703320"/>
            <a:ext cx="685800" cy="6858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6263640" y="3703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178040" y="36576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corruption risk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78040" y="406908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crash mid-write can silently corrupt the entire order history.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1394460" y="1783080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13944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4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2057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normalized (3NF) relational schema for stores, customers, menu, and orders.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46304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4274820" y="1783080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427482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40" dirty="0"/>
          </a:p>
        </p:txBody>
      </p:sp>
      <p:sp>
        <p:nvSpPr>
          <p:cNvPr id="11" name="Text 9"/>
          <p:cNvSpPr/>
          <p:nvPr/>
        </p:nvSpPr>
        <p:spPr>
          <a:xfrm>
            <a:off x="3520440" y="2697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11880" y="3200400"/>
            <a:ext cx="2057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a managed PostgreSQL instance on Azure and connect via pgAdmin.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7155180" y="1783080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715518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40" dirty="0"/>
          </a:p>
        </p:txBody>
      </p:sp>
      <p:sp>
        <p:nvSpPr>
          <p:cNvPr id="16" name="Text 14"/>
          <p:cNvSpPr/>
          <p:nvPr/>
        </p:nvSpPr>
        <p:spPr>
          <a:xfrm>
            <a:off x="6400800" y="2697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Populate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92240" y="3200400"/>
            <a:ext cx="2057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10,000+ rows of realistic, masked data with Python + Faker.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98280" y="146304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10035540" y="1783080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1003554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40" dirty="0"/>
          </a:p>
        </p:txBody>
      </p:sp>
      <p:sp>
        <p:nvSpPr>
          <p:cNvPr id="21" name="Text 19"/>
          <p:cNvSpPr/>
          <p:nvPr/>
        </p:nvSpPr>
        <p:spPr>
          <a:xfrm>
            <a:off x="9281160" y="2697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372600" y="3200400"/>
            <a:ext cx="2057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5 core business questions with SQL and a connected BI tool.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Overview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23774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2F3C7E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25420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populate.py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29718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Faker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 psycopg2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0" y="237744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96167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0" y="25420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Azure PostgreSQL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0" y="29718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Flexible Server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rushmore_db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949440" y="128016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2F3C7E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949440" y="14447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pgAdmin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949440" y="1874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schema deploy +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row-count QA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949440" y="365760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2F3C7E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949440" y="38221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949440" y="42519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Top 10 customers,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063240" y="2926080"/>
            <a:ext cx="548640" cy="274320"/>
          </a:xfrm>
          <a:prstGeom prst="rightArrow">
            <a:avLst/>
          </a:prstGeom>
          <a:solidFill>
            <a:srgbClr val="6B6B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355080" y="1783080"/>
            <a:ext cx="548640" cy="274320"/>
          </a:xfrm>
          <a:prstGeom prst="rightArrow">
            <a:avLst/>
          </a:prstGeom>
          <a:solidFill>
            <a:srgbClr val="6B6B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355080" y="3977640"/>
            <a:ext cx="548640" cy="274320"/>
          </a:xfrm>
          <a:prstGeom prst="rightArrow">
            <a:avLst/>
          </a:prstGeom>
          <a:solidFill>
            <a:srgbClr val="6B6B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One Postgres instance in the cloud acts as the single source of truth for the seeding script, schema tooling, and every downstream analytics client.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Schema — 7 Normalized Tables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4033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621792" y="1536192"/>
            <a:ext cx="320040" cy="73152"/>
          </a:xfrm>
          <a:prstGeom prst="roundRect">
            <a:avLst>
              <a:gd name="adj" fmla="val 25000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621792" y="1682496"/>
            <a:ext cx="2311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21792" y="2121408"/>
            <a:ext cx="23111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pizzeria locations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26130" y="1371600"/>
            <a:ext cx="264033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3490722" y="1536192"/>
            <a:ext cx="320040" cy="73152"/>
          </a:xfrm>
          <a:prstGeom prst="roundRect">
            <a:avLst>
              <a:gd name="adj" fmla="val 25000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3490722" y="1682496"/>
            <a:ext cx="2311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90722" y="2121408"/>
            <a:ext cx="23111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for registered customers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5060" y="1371600"/>
            <a:ext cx="264033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6359652" y="1536192"/>
            <a:ext cx="320040" cy="73152"/>
          </a:xfrm>
          <a:prstGeom prst="roundRect">
            <a:avLst>
              <a:gd name="adj" fmla="val 25000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6359652" y="1682496"/>
            <a:ext cx="2311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Ingredients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359652" y="2121408"/>
            <a:ext cx="23111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raw-ingredient stock list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63990" y="1371600"/>
            <a:ext cx="264033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9228582" y="1536192"/>
            <a:ext cx="320040" cy="73152"/>
          </a:xfrm>
          <a:prstGeom prst="roundRect">
            <a:avLst>
              <a:gd name="adj" fmla="val 25000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9228582" y="1682496"/>
            <a:ext cx="2311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Menu_Items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228582" y="2121408"/>
            <a:ext cx="23111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 (+ price)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063240"/>
            <a:ext cx="264033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621792" y="3227832"/>
            <a:ext cx="320040" cy="73152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621792" y="3374136"/>
            <a:ext cx="2311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Menu_Item_Ingredients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21792" y="3813048"/>
            <a:ext cx="23111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Junction: recipe per item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26130" y="3063240"/>
            <a:ext cx="264033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Shape 22"/>
          <p:cNvSpPr/>
          <p:nvPr/>
        </p:nvSpPr>
        <p:spPr>
          <a:xfrm>
            <a:off x="3490722" y="3227832"/>
            <a:ext cx="320040" cy="73152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3490722" y="3374136"/>
            <a:ext cx="2311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490722" y="3813048"/>
            <a:ext cx="23111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transaction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95060" y="3063240"/>
            <a:ext cx="264033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Shape 26"/>
          <p:cNvSpPr/>
          <p:nvPr/>
        </p:nvSpPr>
        <p:spPr>
          <a:xfrm>
            <a:off x="6359652" y="3227832"/>
            <a:ext cx="320040" cy="73152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6359652" y="3374136"/>
            <a:ext cx="2311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Order_Items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359652" y="3813048"/>
            <a:ext cx="23111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order line item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4434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mark = core spec table   •   Coral mark = added to complete the model (see next slide)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Decisions Beyond the Spec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brief's 5 tables couldn't support analytics on their own — three additions closed the gaps.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09728" cy="1234440"/>
          </a:xfrm>
          <a:prstGeom prst="round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Menu_Items.price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931920" y="205740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totals and line items need a price source; without it, revenue can't be calculated at all.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333756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109728" cy="1234440"/>
          </a:xfrm>
          <a:prstGeom prst="round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777240" y="34747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Menu_Item_Ingredients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31920" y="347472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junction table for the many-to-many between recipes and ingredients — required for proper 3NF.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475488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457200" y="4754880"/>
            <a:ext cx="109728" cy="1234440"/>
          </a:xfrm>
          <a:prstGeom prst="round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777240" y="48920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Order_Items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31920" y="489204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Referenced by volume targets ('~15,000+ items') but never defined; models one order's line items.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026F92-10F2-E156-05B4-462E29F61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DAC1A71-6E06-2364-B252-126B85C5ED90}"/>
              </a:ext>
            </a:extLst>
          </p:cNvPr>
          <p:cNvSpPr/>
          <p:nvPr/>
        </p:nvSpPr>
        <p:spPr>
          <a:xfrm>
            <a:off x="457200" y="2032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Entity-Relationship Diagram (ERD)</a:t>
            </a:r>
            <a:endParaRPr lang="en-US" sz="3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665302D-DA66-78FD-2D1E-8D0A90FEF03B}"/>
              </a:ext>
            </a:extLst>
          </p:cNvPr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0E80B2D-F7C2-7AB3-B186-20F7C32F1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16000"/>
            <a:ext cx="10166158" cy="5588001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extrusionH="76200" contourW="12700" prstMaterial="matte">
            <a:bevelT w="127000" h="63500"/>
            <a:extrusionClr>
              <a:schemeClr val="accent1">
                <a:lumMod val="75000"/>
              </a:schemeClr>
            </a:extrusionClr>
            <a:contourClr>
              <a:srgbClr val="002060"/>
            </a:contourClr>
          </a:sp3d>
        </p:spPr>
      </p:pic>
    </p:spTree>
    <p:extLst>
      <p:ext uri="{BB962C8B-B14F-4D97-AF65-F5344CB8AC3E}">
        <p14:creationId xmlns:p14="http://schemas.microsoft.com/office/powerpoint/2010/main" val="855773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Deployment — Azure Flexible Server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581912" y="2743200"/>
            <a:ext cx="8997696" cy="0"/>
          </a:xfrm>
          <a:prstGeom prst="line">
            <a:avLst/>
          </a:prstGeom>
          <a:noFill/>
          <a:ln w="38100">
            <a:solidFill>
              <a:srgbClr val="D8D5C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1261872" y="242316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1261872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6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resource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2066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→ Azure Database for PostgreSQL Flexible Server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511296" y="242316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3511296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60" dirty="0"/>
          </a:p>
        </p:txBody>
      </p:sp>
      <p:sp>
        <p:nvSpPr>
          <p:cNvPr id="10" name="Text 8"/>
          <p:cNvSpPr/>
          <p:nvPr/>
        </p:nvSpPr>
        <p:spPr>
          <a:xfrm>
            <a:off x="2798064" y="324612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Basics &amp; auth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98064" y="3703320"/>
            <a:ext cx="2066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name, region, admin username/password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760720" y="242316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576072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60" dirty="0"/>
          </a:p>
        </p:txBody>
      </p:sp>
      <p:sp>
        <p:nvSpPr>
          <p:cNvPr id="14" name="Text 12"/>
          <p:cNvSpPr/>
          <p:nvPr/>
        </p:nvSpPr>
        <p:spPr>
          <a:xfrm>
            <a:off x="5047488" y="324612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47488" y="3703320"/>
            <a:ext cx="2066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access + firewall rule for current IP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10144" y="242316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8010144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60" dirty="0"/>
          </a:p>
        </p:txBody>
      </p:sp>
      <p:sp>
        <p:nvSpPr>
          <p:cNvPr id="18" name="Text 16"/>
          <p:cNvSpPr/>
          <p:nvPr/>
        </p:nvSpPr>
        <p:spPr>
          <a:xfrm>
            <a:off x="7296912" y="324612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database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296912" y="3703320"/>
            <a:ext cx="2066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rushmore_db created inside the server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259568" y="242316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10259568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960" dirty="0"/>
          </a:p>
        </p:txBody>
      </p:sp>
      <p:sp>
        <p:nvSpPr>
          <p:cNvPr id="22" name="Text 20"/>
          <p:cNvSpPr/>
          <p:nvPr/>
        </p:nvSpPr>
        <p:spPr>
          <a:xfrm>
            <a:off x="9546336" y="324612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546336" y="3703320"/>
            <a:ext cx="2066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pgAdmin, SSL mode = Require, port 5432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72F500-3AC0-6513-7573-747BD0F7C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D768455-5AE5-34A8-1254-D2643C59CFB7}"/>
              </a:ext>
            </a:extLst>
          </p:cNvPr>
          <p:cNvSpPr/>
          <p:nvPr/>
        </p:nvSpPr>
        <p:spPr>
          <a:xfrm>
            <a:off x="457200" y="2032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Deployment</a:t>
            </a:r>
            <a:endParaRPr lang="en-US" sz="3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2F4F431-4383-976A-A19E-9CAD86BFDCDB}"/>
              </a:ext>
            </a:extLst>
          </p:cNvPr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F84079-995D-FC6A-9F3A-8340F5DCD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90" y="1000641"/>
            <a:ext cx="10745755" cy="561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098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Population Engine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Faker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generates realistic PII (names, emails, phones, addresses) that </a:t>
            </a: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masks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 real customer data would look like — no real customer is ever touched.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05740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685800" y="20574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execute_values()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566160" y="205740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 thousands of rows into one round trip instead of row-by-row inserts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685800" y="31089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returning id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0" y="310896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auto-generated IDs so child tables can reference the right parent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16052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685800" y="41605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 order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416052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→ Ingredients → Menu_Items → Customers, then Orders, then Order_Items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521208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685800" y="52120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snapshot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521208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Order_Items.unit_price is copied from the menu at order time, not looked up live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Verified Row Counts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with SELECT COUNT(*) in pgAdmin — not the misleading 'last 100 rows' grid view.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3337560" y="17830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1,200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37560" y="24688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6217920" y="17830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17920" y="24688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9828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9098280" y="17830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98280" y="24688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Items</a:t>
            </a:r>
            <a:endParaRPr lang="en-US" sz="12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457200" y="3383280"/>
          <a:ext cx="112471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260769-AA22-797B-C3A0-216354DEC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B3C9683-7AC5-11E1-7BD4-C67515D0CF02}"/>
              </a:ext>
            </a:extLst>
          </p:cNvPr>
          <p:cNvSpPr/>
          <p:nvPr/>
        </p:nvSpPr>
        <p:spPr>
          <a:xfrm>
            <a:off x="457200" y="2032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 Count – </a:t>
            </a:r>
            <a:r>
              <a:rPr lang="en-US" sz="2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faker script</a:t>
            </a:r>
            <a:endParaRPr lang="en-US" sz="3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31E74DD-6860-5777-458E-47F2CE9DA5FF}"/>
              </a:ext>
            </a:extLst>
          </p:cNvPr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6143A6-452D-A886-74F5-0332C0ECD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68804"/>
            <a:ext cx="8646160" cy="570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003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— Objective Interpretation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58368" y="5358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44" dirty="0"/>
          </a:p>
        </p:txBody>
      </p:sp>
      <p:sp>
        <p:nvSpPr>
          <p:cNvPr id="23" name="Text 21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F16D24A4-1F1E-0C97-7150-6CE5357D0BB3}"/>
              </a:ext>
            </a:extLst>
          </p:cNvPr>
          <p:cNvSpPr/>
          <p:nvPr/>
        </p:nvSpPr>
        <p:spPr>
          <a:xfrm>
            <a:off x="438538" y="150503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EDFE15A0-8523-4EFD-0009-64B61D59E0BD}"/>
              </a:ext>
            </a:extLst>
          </p:cNvPr>
          <p:cNvSpPr/>
          <p:nvPr/>
        </p:nvSpPr>
        <p:spPr>
          <a:xfrm>
            <a:off x="438538" y="159647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+</a:t>
            </a:r>
            <a:endParaRPr lang="en-US" sz="3000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2EAE7954-F8FB-1C60-D106-BC51D4210598}"/>
              </a:ext>
            </a:extLst>
          </p:cNvPr>
          <p:cNvSpPr/>
          <p:nvPr/>
        </p:nvSpPr>
        <p:spPr>
          <a:xfrm>
            <a:off x="438538" y="228227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1200" dirty="0"/>
          </a:p>
        </p:txBody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F2345949-80D6-EE9A-DC46-5640916DE7EB}"/>
              </a:ext>
            </a:extLst>
          </p:cNvPr>
          <p:cNvSpPr/>
          <p:nvPr/>
        </p:nvSpPr>
        <p:spPr>
          <a:xfrm>
            <a:off x="3318898" y="150503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11DAEBD7-A78F-910B-608F-4DD4A858E9FD}"/>
              </a:ext>
            </a:extLst>
          </p:cNvPr>
          <p:cNvSpPr/>
          <p:nvPr/>
        </p:nvSpPr>
        <p:spPr>
          <a:xfrm>
            <a:off x="3318898" y="159647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+</a:t>
            </a:r>
            <a:endParaRPr lang="en-US" sz="3000" dirty="0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DE8834E2-C977-183C-DC71-77B709FCA652}"/>
              </a:ext>
            </a:extLst>
          </p:cNvPr>
          <p:cNvSpPr/>
          <p:nvPr/>
        </p:nvSpPr>
        <p:spPr>
          <a:xfrm>
            <a:off x="3318898" y="228227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A7391A5E-9C20-EF29-AA5E-6F31EC38C3BE}"/>
              </a:ext>
            </a:extLst>
          </p:cNvPr>
          <p:cNvSpPr/>
          <p:nvPr/>
        </p:nvSpPr>
        <p:spPr>
          <a:xfrm>
            <a:off x="6199258" y="150503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E416A756-8F99-D121-8511-0D3BBD072128}"/>
              </a:ext>
            </a:extLst>
          </p:cNvPr>
          <p:cNvSpPr/>
          <p:nvPr/>
        </p:nvSpPr>
        <p:spPr>
          <a:xfrm>
            <a:off x="6199258" y="159647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+</a:t>
            </a:r>
            <a:endParaRPr lang="en-US" sz="3000" dirty="0"/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57DDC7D-B67C-ABDF-7439-898A5A8D9C9F}"/>
              </a:ext>
            </a:extLst>
          </p:cNvPr>
          <p:cNvSpPr/>
          <p:nvPr/>
        </p:nvSpPr>
        <p:spPr>
          <a:xfrm>
            <a:off x="6199258" y="228227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</a:t>
            </a:r>
            <a:endParaRPr lang="en-US" sz="1200" dirty="0"/>
          </a:p>
        </p:txBody>
      </p:sp>
      <p:sp>
        <p:nvSpPr>
          <p:cNvPr id="39" name="Shape 11">
            <a:extLst>
              <a:ext uri="{FF2B5EF4-FFF2-40B4-BE49-F238E27FC236}">
                <a16:creationId xmlns:a16="http://schemas.microsoft.com/office/drawing/2014/main" id="{2919C6A4-0ACB-1A58-0E7F-BC57E0B55DE2}"/>
              </a:ext>
            </a:extLst>
          </p:cNvPr>
          <p:cNvSpPr/>
          <p:nvPr/>
        </p:nvSpPr>
        <p:spPr>
          <a:xfrm>
            <a:off x="9079618" y="150503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A9ACDA5C-3FF3-5C5B-A31B-4D565EC1AEA9}"/>
              </a:ext>
            </a:extLst>
          </p:cNvPr>
          <p:cNvSpPr/>
          <p:nvPr/>
        </p:nvSpPr>
        <p:spPr>
          <a:xfrm>
            <a:off x="9079618" y="159647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+</a:t>
            </a:r>
            <a:endParaRPr lang="en-US" sz="3000" dirty="0"/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B3480537-3156-D5B0-2C5D-66E5E8B4B8E7}"/>
              </a:ext>
            </a:extLst>
          </p:cNvPr>
          <p:cNvSpPr/>
          <p:nvPr/>
        </p:nvSpPr>
        <p:spPr>
          <a:xfrm>
            <a:off x="9079618" y="228227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Items</a:t>
            </a:r>
            <a:endParaRPr lang="en-US" sz="1200" dirty="0"/>
          </a:p>
        </p:txBody>
      </p:sp>
      <p:graphicFrame>
        <p:nvGraphicFramePr>
          <p:cNvPr id="45" name="Chart 0">
            <a:extLst>
              <a:ext uri="{FF2B5EF4-FFF2-40B4-BE49-F238E27FC236}">
                <a16:creationId xmlns:a16="http://schemas.microsoft.com/office/drawing/2014/main" id="{7B8410DF-42AF-E946-BA52-04724E7F89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7389889"/>
              </p:ext>
            </p:extLst>
          </p:nvPr>
        </p:nvGraphicFramePr>
        <p:xfrm>
          <a:off x="438538" y="3196670"/>
          <a:ext cx="112471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67D9BB-6FCC-16AD-72B6-BD3076291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6D6DBB8-6AAA-AF72-E540-34E402924209}"/>
              </a:ext>
            </a:extLst>
          </p:cNvPr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— Cloud Setup &amp; Connectivity</a:t>
            </a:r>
            <a:endParaRPr lang="en-US" sz="3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02F33B4-826D-21F7-E2A8-E730575BCC91}"/>
              </a:ext>
            </a:extLst>
          </p:cNvPr>
          <p:cNvSpPr/>
          <p:nvPr/>
        </p:nvSpPr>
        <p:spPr>
          <a:xfrm>
            <a:off x="457200" y="132588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484F9D0-8B6E-6B9D-E083-4C5C8CB3FADA}"/>
              </a:ext>
            </a:extLst>
          </p:cNvPr>
          <p:cNvSpPr/>
          <p:nvPr/>
        </p:nvSpPr>
        <p:spPr>
          <a:xfrm>
            <a:off x="658368" y="1655064"/>
            <a:ext cx="438912" cy="438912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3C52DAA-9598-FA22-CC8D-DF31001CC4AB}"/>
              </a:ext>
            </a:extLst>
          </p:cNvPr>
          <p:cNvSpPr/>
          <p:nvPr/>
        </p:nvSpPr>
        <p:spPr>
          <a:xfrm>
            <a:off x="658368" y="1655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44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F65D5FE-2197-8A83-8F00-1F82C9263FEA}"/>
              </a:ext>
            </a:extLst>
          </p:cNvPr>
          <p:cNvSpPr/>
          <p:nvPr/>
        </p:nvSpPr>
        <p:spPr>
          <a:xfrm>
            <a:off x="1280160" y="14173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 region chosen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5718815-3C8D-7F2A-E860-CE1668E108D7}"/>
              </a:ext>
            </a:extLst>
          </p:cNvPr>
          <p:cNvSpPr/>
          <p:nvPr/>
        </p:nvSpPr>
        <p:spPr>
          <a:xfrm>
            <a:off x="1280160" y="18013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server was deployed in a region far from me, adding real latency. Fixed by redeploying in a region close to home.</a:t>
            </a:r>
            <a:endParaRPr lang="en-US" sz="11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73B4DA2-27FB-46F8-72FE-A582ED102BE2}"/>
              </a:ext>
            </a:extLst>
          </p:cNvPr>
          <p:cNvSpPr/>
          <p:nvPr/>
        </p:nvSpPr>
        <p:spPr>
          <a:xfrm>
            <a:off x="457200" y="256032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35B4180-6973-EE05-23D6-F8F09ABA89A6}"/>
              </a:ext>
            </a:extLst>
          </p:cNvPr>
          <p:cNvSpPr/>
          <p:nvPr/>
        </p:nvSpPr>
        <p:spPr>
          <a:xfrm>
            <a:off x="658368" y="2889504"/>
            <a:ext cx="438912" cy="438912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72E32FD-EFEA-B228-F68C-660443A86227}"/>
              </a:ext>
            </a:extLst>
          </p:cNvPr>
          <p:cNvSpPr/>
          <p:nvPr/>
        </p:nvSpPr>
        <p:spPr>
          <a:xfrm>
            <a:off x="658368" y="28895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44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344F117-F147-7375-0CBD-0A5FADB0E02B}"/>
              </a:ext>
            </a:extLst>
          </p:cNvPr>
          <p:cNvSpPr/>
          <p:nvPr/>
        </p:nvSpPr>
        <p:spPr>
          <a:xfrm>
            <a:off x="1280160" y="26517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 authentication failed</a:t>
            </a:r>
            <a:endParaRPr lang="en-US" sz="13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056915-943D-9CB9-0AFC-653389D42472}"/>
              </a:ext>
            </a:extLst>
          </p:cNvPr>
          <p:cNvSpPr/>
          <p:nvPr/>
        </p:nvSpPr>
        <p:spPr>
          <a:xfrm>
            <a:off x="1280160" y="303580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trailing space in the .env password, invisible until printed with repr(). Fixed by stripping and re-verifying the credential.</a:t>
            </a:r>
            <a:endParaRPr lang="en-US" sz="11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AA689E0-A97F-DE52-BF9F-7EC8E0B4BCC9}"/>
              </a:ext>
            </a:extLst>
          </p:cNvPr>
          <p:cNvSpPr/>
          <p:nvPr/>
        </p:nvSpPr>
        <p:spPr>
          <a:xfrm>
            <a:off x="658368" y="41239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44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03971835-03F5-3562-B94E-DD2919DC8A8B}"/>
              </a:ext>
            </a:extLst>
          </p:cNvPr>
          <p:cNvSpPr/>
          <p:nvPr/>
        </p:nvSpPr>
        <p:spPr>
          <a:xfrm>
            <a:off x="457200" y="4187952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2A5948CA-65BD-6297-BA0A-EF204FD498DD}"/>
              </a:ext>
            </a:extLst>
          </p:cNvPr>
          <p:cNvSpPr/>
          <p:nvPr/>
        </p:nvSpPr>
        <p:spPr>
          <a:xfrm>
            <a:off x="658368" y="4581442"/>
            <a:ext cx="438912" cy="438912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8826B19-031F-D1A2-856B-0A8F4E6C252D}"/>
              </a:ext>
            </a:extLst>
          </p:cNvPr>
          <p:cNvSpPr/>
          <p:nvPr/>
        </p:nvSpPr>
        <p:spPr>
          <a:xfrm>
            <a:off x="658368" y="5358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44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95FDF01-32F2-C581-E1FE-5F18F911256E}"/>
              </a:ext>
            </a:extLst>
          </p:cNvPr>
          <p:cNvSpPr/>
          <p:nvPr/>
        </p:nvSpPr>
        <p:spPr>
          <a:xfrm>
            <a:off x="1234440" y="433425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 "stores" does not exist</a:t>
            </a:r>
            <a:endParaRPr lang="en-US" sz="13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6BB9ECF-7A9E-1FFF-1C54-CCB391862270}"/>
              </a:ext>
            </a:extLst>
          </p:cNvPr>
          <p:cNvSpPr/>
          <p:nvPr/>
        </p:nvSpPr>
        <p:spPr>
          <a:xfrm>
            <a:off x="1234440" y="47731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populate.py ran before schema.sql was deployed. Fixed by running the schema first and verifying it in information_schema.tables.</a:t>
            </a:r>
            <a:endParaRPr lang="en-US" sz="11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BD74438-6243-A6DF-9C60-343E9990045A}"/>
              </a:ext>
            </a:extLst>
          </p:cNvPr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600650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— Runtime &amp; Tooling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658368" y="1655064"/>
            <a:ext cx="438912" cy="438912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658368" y="1655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1344" dirty="0"/>
          </a:p>
        </p:txBody>
      </p:sp>
      <p:sp>
        <p:nvSpPr>
          <p:cNvPr id="6" name="Text 4"/>
          <p:cNvSpPr/>
          <p:nvPr/>
        </p:nvSpPr>
        <p:spPr>
          <a:xfrm>
            <a:off x="1280160" y="14173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key on re-run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8013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 partial run left old rows behind. Fixed with TRUNCATE ... RESTART IDENTITY CASCADE before re-running.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658368" y="2889504"/>
            <a:ext cx="438912" cy="438912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658368" y="28895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280160" y="26517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Stale kernel TypeError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303580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edited function stayed outdated in the </a:t>
            </a:r>
            <a:r>
              <a:rPr lang="en-US" sz="11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Vscode's</a:t>
            </a: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memory. Fixed by switching from .ipynb to a plain .py script.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658368" y="4123944"/>
            <a:ext cx="438912" cy="438912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658368" y="41239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280160" y="3886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 count looked short (1,101 vs. 1,200)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427024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pgAdmin's "last rows" grid isn't a total-count view. Fixed by confirming the true total with SELECT COUNT(*).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" y="5358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1344" dirty="0"/>
          </a:p>
        </p:txBody>
      </p:sp>
      <p:sp>
        <p:nvSpPr>
          <p:cNvPr id="23" name="Text 21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— 5 Business Questions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40" dirty="0"/>
          </a:p>
        </p:txBody>
      </p:sp>
      <p:sp>
        <p:nvSpPr>
          <p:cNvPr id="5" name="Text 3"/>
          <p:cNvSpPr/>
          <p:nvPr/>
        </p:nvSpPr>
        <p:spPr>
          <a:xfrm>
            <a:off x="1188720" y="13258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revenue per store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40" dirty="0"/>
          </a:p>
        </p:txBody>
      </p:sp>
      <p:sp>
        <p:nvSpPr>
          <p:cNvPr id="8" name="Text 6"/>
          <p:cNvSpPr/>
          <p:nvPr/>
        </p:nvSpPr>
        <p:spPr>
          <a:xfrm>
            <a:off x="1188720" y="219456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most valuable customers by total spending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40" dirty="0"/>
          </a:p>
        </p:txBody>
      </p:sp>
      <p:sp>
        <p:nvSpPr>
          <p:cNvPr id="11" name="Text 9"/>
          <p:cNvSpPr/>
          <p:nvPr/>
        </p:nvSpPr>
        <p:spPr>
          <a:xfrm>
            <a:off x="1188720" y="306324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menu item by quantity sold, across all stores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45720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40" dirty="0"/>
          </a:p>
        </p:txBody>
      </p:sp>
      <p:sp>
        <p:nvSpPr>
          <p:cNvPr id="14" name="Text 12"/>
          <p:cNvSpPr/>
          <p:nvPr/>
        </p:nvSpPr>
        <p:spPr>
          <a:xfrm>
            <a:off x="1188720" y="39319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84632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40" dirty="0"/>
          </a:p>
        </p:txBody>
      </p:sp>
      <p:sp>
        <p:nvSpPr>
          <p:cNvPr id="17" name="Text 15"/>
          <p:cNvSpPr/>
          <p:nvPr/>
        </p:nvSpPr>
        <p:spPr>
          <a:xfrm>
            <a:off x="1188720" y="480060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Busiest hours of the day for orders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42230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4114800" cy="4114800"/>
          </a:xfrm>
          <a:prstGeom prst="ellipse">
            <a:avLst/>
          </a:prstGeom>
          <a:solidFill>
            <a:srgbClr val="F96167">
              <a:alpha val="12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Learned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09728" cy="822960"/>
          </a:xfrm>
          <a:prstGeom prst="roundRect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1143000" y="18745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tables on paper isn't enough — actually trying to answer real questions with the data shows you what's missing.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971800"/>
            <a:ext cx="109728" cy="822960"/>
          </a:xfrm>
          <a:prstGeom prst="roundRect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1143000" y="29260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"connection failed" errors aren't really about your code. They're usually a typo in the password, a missing security setting, or the wrong database.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023360"/>
            <a:ext cx="109728" cy="822960"/>
          </a:xfrm>
          <a:prstGeom prst="roundRect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1143000" y="39776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are great for testing things step by step, but they can quietly hold onto old code. If something breaks for no reason, restart it and run everything fresh.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5074920"/>
            <a:ext cx="109728" cy="822960"/>
          </a:xfrm>
          <a:prstGeom prst="roundRect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1143000" y="50292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trust what you see on screen at a glance — always double check the real number with a simple COUNT query before believing it.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6126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1031</Words>
  <Application>Microsoft Office PowerPoint</Application>
  <PresentationFormat>Widescreen</PresentationFormat>
  <Paragraphs>192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Isaac Akanni</cp:lastModifiedBy>
  <cp:revision>2</cp:revision>
  <dcterms:created xsi:type="dcterms:W3CDTF">2026-08-05T17:06:38Z</dcterms:created>
  <dcterms:modified xsi:type="dcterms:W3CDTF">2026-08-07T14:29:19Z</dcterms:modified>
</cp:coreProperties>
</file>